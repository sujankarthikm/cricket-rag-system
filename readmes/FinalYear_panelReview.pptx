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308" r:id="rId2"/>
    <p:sldId id="309" r:id="rId3"/>
    <p:sldId id="306" r:id="rId4"/>
    <p:sldId id="311" r:id="rId5"/>
    <p:sldId id="307" r:id="rId6"/>
    <p:sldId id="313" r:id="rId7"/>
    <p:sldId id="315" r:id="rId8"/>
    <p:sldId id="316" r:id="rId9"/>
    <p:sldId id="317" r:id="rId10"/>
    <p:sldId id="318" r:id="rId11"/>
    <p:sldId id="319" r:id="rId12"/>
    <p:sldId id="323" r:id="rId13"/>
    <p:sldId id="322" r:id="rId14"/>
    <p:sldId id="324" r:id="rId15"/>
    <p:sldId id="320" r:id="rId16"/>
    <p:sldId id="321" r:id="rId17"/>
    <p:sldId id="3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66"/>
    <a:srgbClr val="FFFFCC"/>
    <a:srgbClr val="A50021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7-21T09:32:05.5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-3733891-6704,'90'0,"-90"0,0 0,0 0,0 0,0 0,0 0,0 0,0 0,0 0,0 0,0 0,0 0,0 0,-1 0,1 0,0 0,-1 0,0 0,1 0,-2 0,1 0,-1 0,1 0,0 1,0-1,1 0,0 0,0 0,0 0,0 0,-1 0,-1 0,-1 0,1 0,2 0,0 0,0 0,0 0,0 0,0 0,0-1,1 1,-1 0,0 0,0 0,0 0,0 0,0 0,0 0,1 0,-1 0,0 0,0 0,0 0,1 0,-1 0,0 0,0 0,1 0,-1 0,0 0,0 0,0 0,1 0,-1 0,0 0,0 0,1 0,-1 0,0 0,0 0,0 0,1 0,-1 0,0 0,0 0,0 0,1 0,-1 0,0 0,0 0,0 0,1 0,-1 0,0 0,0 0,1 0,-1 0,0 0,0 0,0 0,1 0,-1 0,0 0,0 0,0 0,1 0,-1 0,0 0,0 0,0 0,1 0,-1 0,0 0,0 0,1 0,-1 0,0 0,0 0,1 0,-1 0,1-1,-1 1,0 0,1 0,-1 0,0 0,1 0,-1 0,1 0,-1 0,0 0,0 1,-1-1,1 0,0 0,-1 0,0 0,1 0,0 0,0 0,2 0,0 0,1 0,-1 0,1 0,-1 0,0-1,1 1,-1 0,0 0,-1 0,-5 0,-9 0,0 1,-2-1,0 1,-1 0,1-1,-1 1,1 0,-1-1,1 1,-1 0,0 0,1-1,-1 1,1 0,-1-1,1 1,-1 0,1-1,-1 1,1 0,-1-1,1 1,-1 0,1 0,-1-1,1 1,-1 0,1-1,-1 1,1 0,-1-1,1 1,0 0,0-1,1 1,-1 0,-1 0,14-1,-27 0,1 2,-1-1,-2 0,1 1,-1-1,0 1,-1-1,-2 0,9 1,0-1,3 0,-6 0,0 0,1 1,0-1,-1 0,2 0,-2 1,1-1,0 0,0 0,0 0,0 1,-1-1,1 0,-12 0,15 0,1 0,-1 0,0 1,0-1,-1 0,2 0,0 0,0 0,-2 0,0 0,-8 1,0-1,1 1,2 0,-7-1,0 1,1 0,-3 0,0-1,0 1,-1 0,1 0,0-1,0 1,0 0,0 0,0-1,0 1,0 0,0 0,0-1,0 1,0 0,-1 0,1-1,0 1,0 0,0 0,0-1,0 1,0 0,0 0,0-1,0 1,0 0,0 0,0-1,-1 1,1 0,0 0,0-1,0 1,0 0,0 0,0-1,0 1,0 0,0 0,0-1,0 1,0 0,-1 0,1-1,0 1,0 0,0 0,0-1,0 1,0 0,0 0,0-1,0 1,0 0,0 0,0-1,0 1,-1 0,1 0,0-1,0 1,1 0,0 0,1-1,9 1,0 0,-2-1,-3 1,0-1,0 1,0-1,0 1,-1-1,1 1,0-1,0 1,0-1,0 1,0-1,0 0,0 1,0-1,0 1,0-1,0 1,-1-1,1 1,0-1,0 1,0-1,0 1,0-1,0 1,0-1,0 1,0-1,0 1,-1-1,1 1,0-1,0 1,0-1,0 1,0-1,0 1,0-1,0 0,-1 1,1-1,0 1,0-1,0 1,0-1,0 1,0-1,0 1,-1-1,1 1,-1-1,0 1,0-1,0 1,0 0,-1-1,1 1,0-1,-3 1,-1-1,0 1,2-1,1 1,0-1,3 1,-1-1,0 0,1 1,-1-1,0 1,-1 0,1-1,-1 1,1-1,0 1,-1-1,1 1,0-1,-1 1,-1-1,3 1,-1-1,0 1,1-1,-1 1,1-1,0 1,0-1,1 1,-1-1,1 0,-1 1,0-1,1 1,4-1,-5 0,0 0,-8 1,10-1,0 0,0 0,0 1,1-1,-1 1,4-1,1 0,-3 1,-6-1,-1 1,6-1,-3 1,-1-1,1 1,0-1,-1 1,2-1,-1 1,0-1,0 0,-1 1,-1 0,-13 0,16-1,0 1,-1-1,1 0,1 1,-2 0,-14 0,0 0,1 0,-1 0,0 0,1 0,-1 0,1 0,-1 0,1 1,-1-1,-2 0,14-1,0 1,0-1,0 1,-1 0,1-1,-1 1,0-1,-3 1,3-1,-1 1,-3 0,3-1,0 1,2-1,-1 1,1-1,-1 1,1 0,-1-1,1 1,-1-1,1 1,-1-1,1 1,-1-1,1 1,-1-1,1 1,-1 0,1-1,-1 1,1-1,-1 1,1-1,-1 1,0-1,1 1,-1-1,1 1,-1-1,1 1,-1 0,1-1,-1 1,1-1,-1 1,1-1,-1 1,1-1,-1 1,1-1,-1 1,1 0,-1-1,1 1,-1-1,1 1,-1-1,1 1,-1-1,1 1,-1-1,1 1,-1 0,1-1,-1 1,1-1,-1 1,1-1,-1 1,1-1,-1 1,1-1,-1 1,1 0,-1-1,0 1,1-1,-1 1,1-1,-1 1,1-1,-1 1,1-1,-1 1,1 0,-1-1,1 1,-1-1,1 1,-1-1,1 1,-1-1,1 1,-1-1,1 1,-1-1,1 1,-1 0,1-1,-1 1,1-1,-1 1,1-1,-1 1,0-1,1 1,0-1,-1 1,1 0,-1-1,1 1,-1-1,1 1,0-1,2 1,-4-1,1 1,-1-1,3 1,1-1,-4 1,-2-1,-1 1,-4 0,4-1,1 1,-1 0,-5 0,0-1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7-21T09:32:05.5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-467607-1158,'158'0,"-158"0,0 0,0 0,0 0,0 0,0 0,0 0,0 0,0 0,0 0,-1 0,1 0,0 0,0 0,0 0,0 0,0 0,0 0,0 0,0 0,0 0,0 0,0 0,0 0,0 0,0 0,-1 0,1 0,0 0,0 0,0 0,0 0,0 0,0 0,0 0,0 0,0 0,0 0,0 0,0 0,0 0,0 0,0 0,0 0,0 0,-1 0,1 0,0 0,0 0,0 0,0 0,0 0,0 0,0 0,0 0,0 0,0 0,0 0,0 0,0 0,-1 0,1 0,0 0,0 0,0 0,0 0,0 0,0 0,0 0,0 0,0 0,0 0,0 0,0 0,0 0,0 0,0 0,0 0,0 0,-1 0,1 0,1 0,-1 0,0-1,0 1,-1 0,1 0,-1 0,0 0,0 1,0-1,-1 0,-1 1,0 0,-8 0,5 0,-1 0,-1 0,5 0,0 0,-6 0,-4 1,1 0,-1 0,0 0,0 0,2 0,-1 0,0 1,-2-1,1 1,-1-1,3 1,0-1,-1 0,2 0,-1-1,1 1,0 0,-1-1,1 1,-1 0,1-1,-1 1,1-1,-1 1,1 0,-1-1,1 1,-1 0,1-1,-1 1,1 0,-1-1,1 1,-1-1,1 1,-1 0,0-1,1 1,-1 0,1-1,-1 1,1 0,-1-1,1 1,-1-1,1 1,-1 0,1-1,-1 1,1 0,-1-1,0 1,1 0,-1-1,1 1,-1-1,1 1,-1 0,1-1,-1 1,1 0,-1-1,1 1,-1 0,1-1,-1 1,1-1,-1 1,0 0,1-1,-1 1,1 0,-1-1,1 1,-1 0,1-1,-1 1,1-1,-1 1,1 0,-1-1,0 1,1 0,-1-1,1 1,-1 0,1-1,-1 1,1-1,-1 1,1 0,-1-1,1 1,-1 0,1-1,-1 1,0 0,1-1,-1 1,1-1,0 1,-1 0,1-1,0 1,-1-1,1 1,0 0,-1-1,1 1,-1-1,1 1,-1-1,2 1,-1-1,1-1,5 1,-1 0,0-1,1 1,-1 0,1-1,0 1,0 0,0 1,-1-1,1-1,0 1,0 0,0-1,0 1,-9-1,-1 2,1-1,4 1,-1-1,1 1,-1-1,1 0,0 1,-1-1,1 1,0-1,-1 1,1-1,0 1,-1-1,1 1,0-1,-1 0,1 1,0-1,-1 1,1-1,0 1,-1-1,1 1,0-1,-1 0,1 1,0-1,-1 1,1-1,0 1,-1-1,1 1,0-1,-1 0,1 1,0-1,-1 1,1-1,0 1,-1-1,1 1,0-1,-1 0,1 1,0-1,-1 1,1-1,0 1,-1-1,1 1,0-1,-1 1,1-1,0 0,-1 1,1-1,0 1,-1-1,1 1,0-1,-1 1,1-1,0 0,-1 1,1-1,0 1,-1-1,1 1,0-1,0 1,0-1,-1 1,-2 0,1 0,-1 0,0-1,0 1,1 0,-1 0,0 0,0 0,1-1,-1 1,1 0,-1 0,1 0,-1-1,1 1,-1 0,1 0,-1 0,1-1,-1 1,0 0,1 0,-1 0,1-1,-1 1,1 0,-1 0,1 0,-1-1,1 1,-1 0,0 0,1-1,-1 1,1 0,-1 0,1 0,-1-1,1 1,-1 0,0 0,1 0,-1-1,1 1,-1 0,1 0,-1 0,1-1,-1 1,0 0,1 0,-1 0,1-1,-1 1,1 0,-1 0,0 0,1-1,-1 1,1 0,-1 0,0 0,1-1,-1 1,1 0,-1 0,0 0,1-1,-1 1,1 0,-1 0,0 0,1-1,-1 1,1 0,-1 0,1 0,-1-1,0 1,1 0,-1 0,0 0,1-1,-1 1,1 0,-1-1,1 0,0 1,0-1,2 0,-1 1,1-1,-2 1,1-1,0-1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7-21T09:32:05.5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1721-603250,'135'0,"-135"0,0 0,-1 0,1 0,1 0,-1 0,1 0,4 0,1-1,-1 0,0 0,1 1,-1-1,0 0,0 0,0 0,1 1,-1-1,0 0,0 0,0 1,1-1,-1 0,0 0,0 0,0 1,1-1,-1 0,0 0,0 1,1-1,-1 0,0 0,0 0,0 1,1-1,-1 0,0 0,0 0,0 1,1-1,-1 0,0 0,0 1,0-1,1 0,-1 0,0 0,0 1,0-1,1 0,-1 0,0 1,0-1,0 0,1 0,-1 0,0 1,0-1,0 0,1 0,-1 0,0 1,0-1,0 0,1 0,-1 1,0-1,0 0,0 0,1 0,-1 1,0-1,0 0,0 0,1 1,-1-1,0 0,0 0,0 0,1 1,-1-1,0 0,0 0,0 1,1-1,-1 0,0 0,0 0,0 1,0-1,-3 0,-2 0,0 0,3 1,2-1,1 0,-3 0,1 0,0 1,0-1,0 1,0-1,0 0,0 1,0-1,0 1,0-1,0 0,0 1,0-1,0 0,0 1,0-1,0 1,0-1,0 0,0 1,0-1,0 1,0-1,0 0,0 1,0-1,0 0,0 1,0-1,0 1,0-1,0 0,0 1,0-1,0 1,0-1,0 0,0 1,0-1,0 1,0-1,0 0,0 1,0-1,0 0,0 1,0-1,0 1,0-1,0 0,0 1,0-1,0 1,0-1,0 0,0 1,0-1,0 1,0-1,0 0,0 1,0-1,0 0,0 1,0-1,0 1,0-1,0 0,1 1,-1-1,0 1,1-1,2 1,1-2,-1 1,1 0,0 0,0 0,0 0,0-1,0 1,0 0,0 0,0 0,0 0,0 0,0-1,0 1,0 0,1 0,0 0,-1-1,0 1,0 0,0 0,0 0,-1 0,1 0,0-1,0 1,0 0,-1 0,1 0,-1 0,1 0,-1 0,1 0,-1 0,0 0,0 0,1 0,-1-1,0 1,0 0,1 0,-1 0,0 0,0 0,1 0,-1 0,0 0,0 0,1 0,-1 0,0-1,0 1,1 0,-1 0,0 0,1 0,-1 0,0 0,0 0,1 0,-1 0,0 0,0 0,1-1,-1 1,0 0,0 0,1 0,-1 0,0 0,1 0,-1 0,0 0,0 0,1 0,-1 0,0 0,0-1,1 1,-1 0,0 0,0 0,1 0,-1 0,0 0,1 0,-1 0,0 0,0 0,1 0,-1-1,0 1,0 0,1 0,-1 0,0 0,1 0,-1 0,0 0,0 0,1 0,-1 0,0 0,0-1,1 1,-1 0,0 0,0 0,1 0,-1 0,0 0,1 0,-1 0,0 0,0 0,1 0,-1-1,0 1,0 0,1 0,-1 0,0 0,1 0,-1 0,0 0,0 0,1 0,-1 0,0 0,1-1,-1 1,0 0,0 0,1 0,-1 0,0 0,0 0,1 0,-2 0,1 0,0 0,-1 0,1 0,-1-1,2 1,0 0,0-1,1 1,-1-1,0 1,2-1,0 1,0-1,1 1,0-1,0 0,1 0,-1 1,1-1,-1 0,1 1,0-1,-1 0,1 1,-1-1,1 0,0 0,-1 1,1-1,-1 0,1 1,0-1,-1 0,1 1,0-1,-1 0,1 0,-1 1,1-1,0 0,-1 1,1-1,-1 0,1 1,0-1,-1 0,1 0,-1 1,1-1,-1 0,1 1,-1-1,1 0,-1 0,1 1,0-1,-1 0,1 1,-1-1,1 0,-1 1,1-1,0 0,-1 1,1-1,-1 0,1 0,-1 1,1-1,0 0,-1 1,1-1,-1 0,1 1,0-1,-1 0,1 1,-1-1,1 0,-1 0,1 1,0-1,-1 0,1 1,-1-1,1 0,-1 1,1-1,0 0,-1 0,0 1,1-1,-1 0,0 1,1-1,-1 0,0 1,0-1,0 0,0 1,0-1,0 0,0 1,0-1,0 0,0 1,0-1,0 0,0 1,0-1,0 0,0 1,0-1,0 0,0 1,0-1,0 0,0 1,0-1,0 0,0 1,0-1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2:05.5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2:05.5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1083 456 24575,'2'-2'0,"-1"0"0,0 0 0,1-1 0,0 1 0,-1 0 0,1 0 0,0 0 0,0 1 0,0-1 0,0 0 0,0 1 0,0-1 0,1 1 0,-1 0 0,3-1 0,13-11 0,5-8 0,101-104 0,-98 83 0,-22 34 0,0 1 0,0 0 0,1 0 0,0 0 0,8-8 0,12-7 0,2 2 0,0 1 0,1 1 0,32-15 0,-46 26 0,-6 3 0,0 0 0,0 0 0,0 1 0,1 1 0,-1 0 0,0 0 0,1 0 0,0 1 0,-1 0 0,1 1 0,0 0 0,0 0 0,-1 1 0,1 0 0,11 3 0,-19-4 0,0 1 0,1-1 0,-1 1 0,0-1 0,0 1 0,0 0 0,1-1 0,-1 1 0,0 0 0,0 0 0,0 0 0,0 0 0,0 0 0,-1 0 0,1 0 0,0 0 0,0 0 0,-1 0 0,1 0 0,0 0 0,-1 1 0,1-1 0,-1 0 0,0 1 0,1-1 0,-1 0 0,0 1 0,0-1 0,0 0 0,0 1 0,0-1 0,0 0 0,0 1 0,0-1 0,0 0 0,-1 1 0,1-1 0,-1 0 0,1 0 0,-1 1 0,0 0 0,-1 2 0,0 0 0,-1-1 0,0 1 0,1-1 0,-1 1 0,0-1 0,0 0 0,-1 0 0,1 0 0,-1-1 0,-6 5 0,-15 4 0,-1 0 0,0-1 0,0-2 0,-31 6 0,-114 13 0,144-23 0,-114 11 0,-1-7 0,-226-14 0,-132-67 0,485 70 0,-1 0 0,1-2 0,0 0 0,-18-9 0,29 13 0,0-1 0,1-1 0,0 1 0,-1 0 0,1-1 0,0 0 0,0 0 0,0 0 0,-3-5 0,5 6 0,0 1 0,0-1 0,0 0 0,0 0 0,0 0 0,1 0 0,-1 0 0,1 0 0,-1 0 0,1-1 0,0 1 0,0 0 0,0 0 0,0 0 0,0 0 0,1 0 0,-1 0 0,1 0 0,0-3 0,1 2 0,-1 0 0,1 0 0,0 0 0,0 1 0,0-1 0,0 0 0,0 1 0,0 0 0,1-1 0,-1 1 0,1 0 0,0 1 0,0-1 0,0 0 0,0 1 0,0-1 0,0 1 0,0 0 0,0 0 0,0 0 0,7 0 0,8-2 0,1 0 0,31 1 0,-38 2 0,625 5 0,-273 23 0,-5 0 0,-189-17 0,-2 7 0,195 48 0,-24-15 0,-83-16 0,-167-24 0,2-4 0,121-6 0,-126-2 0,159-14 0,-15 0 0,-155 15 0,185-10 0,-23-18 0,289-19 0,-501 46 0,500-15 0,251 4 0,-547 14 0,227 15 0,-262-6 0,-5 2 0,65 2 0,-45 0 0,24 0 0,-178-14 0,-1 3 0,0 1 0,57 14 0,-81-10-1365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2:05.5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3111 57 24575,'241'-16'0,"6"4"-164,1402-17-4186,-756 85 4873,-520-24 396,-344-28-288,-1 2 0,0 0 0,46 18 0,-16-4-83,-24-12-548,0-1 0,61 4 0,-6-1 0,295 31 0,56 10 0,166 31 0,-439-75 0,-108-6 0,0 2 0,77 14 0,-130-16 0,-1 0 0,1 1 0,0-1 0,0 1 0,0 0 0,-1 0 0,1 1 0,-1 0 0,0 0 0,0 0 0,6 5 0,-11-7 0,1-1 0,-1 0 0,0 1 0,1-1 0,-1 1 0,0-1 0,0 0 0,1 1 0,-1-1 0,0 1 0,0-1 0,0 1 0,0-1 0,0 1 0,1-1 0,-1 1 0,0-1 0,0 1 0,0-1 0,-1 1 0,1-1 0,0 1 0,0-1 0,0 1 0,0-1 0,0 1 0,0-1 0,-1 1 0,1-1 0,0 1 0,0-1 0,-1 0 0,1 1 0,0-1 0,-1 1 0,1-1 0,0 0 0,-1 1 0,1-1 0,-1 0 0,1 0 0,0 1 0,-1-1 0,1 0 0,-1 0 0,0 1 0,-27 8 0,22-7 0,-13 3 0,-307 74 0,-326 14-876,307-46 348,-245 39-1140,-582 76 918,-7-62-670,910-95 1428,255-5 208,-1-1 0,-24-5 1,38 6-202,-1 0 0,1-1 0,0 1 0,0 0 0,-1-1 0,1 1 0,0 0 0,0-1 0,0 0 0,-1 1 0,1-1 0,0 0 0,0 1 0,0-1 0,0 0 0,0 0 0,0 0 0,1 0 0,-1 0 0,0 0 0,0 0 0,0-2 0,1 1 21,0 1 1,0 0-1,0-1 0,1 1 1,-1 0-1,1-1 1,-1 1-1,1 0 0,-1 0 1,1-1-1,0 1 0,-1 0 1,1 0-1,0 0 0,0 0 1,0 0-1,0 0 0,0 0 1,0 0-1,0 0 0,2 0 1,15-11 244,0 1-1,1 1 1,0 0 0,1 2 0,0 0 0,26-6 0,325-83 772,14 22-2017,-259 51 793,984-146-1589,16 106 498,-1115 64 1260,159 0 1541,188 25 1,-241-16-485,-21-3-609,-92-6-446,-1 0 0,1 1 0,-1-1 0,1 1 0,-1 0 0,1 0 0,-1 0 0,0 1 0,1-1 0,-1 1 0,0-1 0,0 1 0,0 0 0,0 1 0,0-1 0,3 3 0,-6-4 0,0 0 0,0-1 0,1 1 0,-1-1 0,0 1 0,0 0 0,0-1 0,0 1 0,0 0 0,0-1 0,0 1 0,0 0 0,0-1 0,0 1 0,0 0 0,0-1 0,0 1 0,-1 0 0,1-1 0,0 1 0,0-1 0,-1 1 0,1 0 0,0-1 0,-1 1 0,1-1 0,-1 1 0,1-1 0,-1 1 0,1-1 0,-1 0 0,1 1 0,-1-1 0,1 1 0,-1-1 0,1 0 0,-1 1 0,0-1 0,1 0 0,-2 0 0,-33 11 0,-8-4 0,0-3 0,-79-1 0,105-3 0,-971-34-2119,382 7 844,-290 10 366,1 45 1087,864-26 348,23 0 201,20-2 386,542-20 510,-269 5-2410,823-10-1142,5 25-249,-750 1 1975,-275 2 1256,0 3-1,0 4 1,139 35 0,201 52-31,-307-69-1022,-101-23 0,0-2 0,1-1 0,-1-1 0,1 0 0,36-4 0,104-24 0,-103 17 0,317-89 0,-78 17 0,-236 69 0,1 2 0,120-4 0,314 19 0,-483-4 0,0 1 0,0 1 0,1 0 0,-1 1 0,0 1 0,14 5 0,75 38 0,-73-32 0,1-1 0,39 12 0,66 11 0,80 25 0,-170-50 0,1-2 0,63 5 0,-5-1 0,-37-6 0,0-3 0,101-7 0,-58 0 0,29 5 0,147-6 0,-283 3 0,-1-1 0,1 1 0,-1 0 0,1-1 0,-1 1 0,1-1 0,-1 0 0,1 0 0,-1 0 0,0 0 0,1 0 0,-1 0 0,0-1 0,0 1 0,0-1 0,0 1 0,0-1 0,0 0 0,0 0 0,1-2 0,-3 2 0,1 1 0,0-1 0,-1 0 0,0 0 0,1 0 0,-1 1 0,0-1 0,0 0 0,0 0 0,0 0 0,0 0 0,-1 1 0,1-1 0,-1 0 0,1 0 0,-1 1 0,1-1 0,-1 0 0,0 0 0,0 1 0,0-1 0,0 1 0,0-1 0,0 1 0,0 0 0,-1-1 0,1 1 0,-3-2 0,-9-8 0,-1 2 0,0 0 0,-1 0 0,0 2 0,0 0 0,0 0 0,-25-6 0,-4-3 0,-2 1 0,0 2 0,-1 3 0,-55-6 0,99 15 0,-68-6 0,-131 5 0,112 3 0,74-1 0,1 1 0,0 0 0,0 1 0,0 1 0,0 1 0,1 0 0,-1 0 0,1 2 0,0 0 0,0 0 0,1 1 0,0 1 0,-19 14 0,30-20 0,-1 0 0,1 0 0,0 0 0,0 1 0,0-1 0,1 0 0,-1 1 0,0 0 0,1-1 0,0 1 0,-1 0 0,1-1 0,0 1 0,0 0 0,1 0 0,-1 0 0,1 0 0,-1 0 0,1 5 0,1-6 0,-1 0 0,1 0 0,0 0 0,0 0 0,0 0 0,0 0 0,0-1 0,0 1 0,0 0 0,0 0 0,1-1 0,-1 1 0,1-1 0,-1 1 0,1-1 0,0 0 0,-1 0 0,1 0 0,0 0 0,0 0 0,0 0 0,0 0 0,0 0 0,0-1 0,0 1 0,0-1 0,0 1 0,3-1 0,28 4 0,1-2 0,0-2 0,0 0 0,0-3 0,60-11 0,-43 6 0,72-2 0,632 11 0,-719 1 0,61 10 0,-58-5 0,44 1 0,-49-8 0,-25 0 0,-24 0 0,-238-18 0,126 6 0,-103-8-164,-80-1-655,-75-1-164,-70 3 0,-1522-13-2700,324 9 866,737-7 830,8-28 3231,94 29 6530,149-14-6106,165 4-918,301 24-750,-45 0 0,-248-17 0,225 9 0,120 11 0,-132-6 0,64 4 0,-24-1 0,164 15 0,0 2 0,0 5 0,1 2 0,-97 25 0,93-15 0,-2-3 0,1-3 0,-95 2 0,-245-13 0,204-5 0,-179 3 0,381 0 0,0-2 0,0 0 0,-22-6 0,-2-1 0,37 9 0,0 0 0,0 0 0,0 0 0,-1 0 0,1 0 0,0 1 0,0-1 0,-1 0 0,1 0 0,0 0 0,0 0 0,-1 0 0,1 0 0,0 0 0,0 0 0,0 0 0,-1 1 0,1-1 0,0 0 0,0 0 0,0 0 0,0 0 0,-1 1 0,1-1 0,0 0 0,0 0 0,0 0 0,0 1 0,0-1 0,0 0 0,0 0 0,0 0 0,-1 1 0,1-1 0,0 0 0,0 0 0,0 1 0,0-1 0,0 0 0,0 0 0,0 1 0,0-1 0,0 0 0,1 0 0,-1 0 0,0 1 0,0-1 0,0 0 0,0 0 0,0 1 0,0-1 0,6 19 0,-4-14 0,33 142 0,-26-100 0,25 75 0,-33-117 0,1 0 0,0 0 0,1-1 0,-1 1 0,1 0 0,0-1 0,0 1 0,0-1 0,7 6 0,-8-8 0,-1-1 0,1 0 0,0 0 0,0 0 0,1 0 0,-1 0 0,0 0 0,0 0 0,0-1 0,1 1 0,-1-1 0,0 0 0,0 1 0,1-1 0,-1 0 0,0-1 0,1 1 0,-1 0 0,0-1 0,0 1 0,1-1 0,-1 1 0,0-1 0,3-2 0,21-8 0,0-3 0,33-22 0,0 0 0,-40 28 0,0 0 0,1 2 0,0 0 0,0 1 0,42-5 0,-28 5 0,51-5 0,0 4 0,113 6 0,-86 2 0,-96-2 0,1 2 0,-1 0 0,-1 0 0,1 2 0,0 0 0,-1 0 0,19 9 0,7 7 0,46 29 0,-54-29 0,1-1 0,57 22 0,-46-24 0,0-3 0,2-1 0,0-3 0,0-1 0,95 4 0,-53-13 0,190-4 0,-206 0 0,129-26 0,-23-9 0,-152 34 0,52-5 0,-52 9 0,50-12 0,12-16 0,-63 20 0,0 0 0,45-9 0,194-41 0,1-2 0,368-86 0,-612 141 0,-11 3 0,-3 2 0,-1-1 0,0 0 0,1-1 0,-1 0 0,0 0 0,-1 0 0,10-6 0,-16 9 0,0 0 0,0 0 0,0 0 0,0 0 0,0 0 0,0-1 0,0 1 0,0 0 0,0 0 0,0 0 0,1 0 0,-1 0 0,0 0 0,0 0 0,0 0 0,0-1 0,0 1 0,0 0 0,0 0 0,0 0 0,0 0 0,0 0 0,0 0 0,0 0 0,0-1 0,0 1 0,0 0 0,0 0 0,0 0 0,0 0 0,0 0 0,0 0 0,0 0 0,-1 0 0,1-1 0,0 1 0,0 0 0,0 0 0,0 0 0,0 0 0,0 0 0,0 0 0,0 0 0,0 0 0,0 0 0,0 0 0,-1-1 0,1 1 0,0 0 0,0 0 0,0 0 0,0 0 0,0 0 0,0 0 0,0 0 0,-1 0 0,1 0 0,-12-3 0,-13 1 0,-816 26 0,-201-13-582,432-15 321,482 9 261,-170 31 0,282-33 22,-9 0 183,0 1 0,1 2 1,-48 17-1,36-11-205,0-1 0,-1-2 0,0-2 0,0-1 0,-47 1 0,-16 4 0,-201 32 0,296-42 0,-1 0 0,1 0 0,-1 0 0,0-1 0,0 0 0,-8 0 0,14 0 0,-1 0 0,1-1 0,-1 1 0,0 0 0,1 0 0,-1 0 0,1 0 0,-1-1 0,1 1 0,-1 0 0,1-1 0,0 1 0,-1 0 0,1-1 0,-1 1 0,1 0 0,0-1 0,-1 1 0,1-1 0,0 1 0,-1-1 0,1 1 0,0-1 0,-1 1 0,1-1 0,0-1 0,0 1 0,0 0 0,0-1 0,0 1 0,1 0 0,-1-1 0,0 1 0,1-1 0,-1 1 0,1 0 0,-1 0 0,1-1 0,0 1 0,-1 0 0,2-1 0,2-4 0,1 1 0,-1 0 0,1 1 0,0-1 0,0 1 0,1 0 0,-1 0 0,1 0 0,0 1 0,9-4 0,68-25 0,-32 18 0,0 2 0,1 3 0,84-6 0,164 11 0,-232 4 0,83 0 0,188 5 0,-187 16 0,-107-13 0,-21-3 63,1 2-1,27 10 1,-5 0-1616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2:05.5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2:05.5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1318 598 24575,'37'-1'0,"-1"-2"0,58-11 0,-69 10 0,-1 1 0,1 1 0,-1 2 0,1 0 0,-1 1 0,1 2 0,34 7 0,37 4 0,16 3 0,17 2 0,-59-10 0,29 0 0,183-6 0,-140-5 0,-135 2 0,-1 0 0,1-1 0,0 1 0,0-1 0,-1-1 0,1 1 0,-1-1 0,1 0 0,11-6 0,-16 6 0,1 1 0,0-1 0,-1 0 0,0 0 0,1-1 0,-1 1 0,0 0 0,0-1 0,0 0 0,-1 1 0,1-1 0,-1 0 0,1 0 0,-1 0 0,0 0 0,0 0 0,0 0 0,0 0 0,-1 0 0,1 0 0,-1 0 0,0 0 0,0-4 0,0 0 0,0-1 0,-1 1 0,0-1 0,-1 1 0,1 0 0,-1 0 0,-1-1 0,1 2 0,-1-1 0,0 0 0,-1 0 0,0 1 0,0 0 0,0 0 0,-1 0 0,0 0 0,0 1 0,0 0 0,-1 0 0,-7-6 0,-11-5 0,-1 1 0,0 1 0,-54-20 0,10 4 0,54 23 0,0 1 0,-1 1 0,0 0 0,1 1 0,-1 1 0,-27-2 0,6 4 0,-67 5 0,18 10 0,59-9 0,-54 5 0,-154-12 0,221 1 0,1-1 0,0 0 0,0-1 0,0-1 0,1 0 0,-1-1 0,1 0 0,0-1 0,0 0 0,1-1 0,0 0 0,-19-17 0,-5 1 0,-6-7 0,34 24 0,-1 0 0,1 0 0,-1 1 0,-9-5 0,9 6 0,0-1 0,1 0 0,0 0 0,0 0 0,-8-9 0,11 9 0,0 1 0,-1-1 0,0 1 0,1-1 0,-1 2 0,-1-1 0,1 0 0,0 1 0,-1 0 0,0 0 0,0 1 0,0 0 0,0 0 0,0 0 0,0 1 0,0-1 0,-1 1 0,-9 0 0,-257 1 0,119 3 0,130-3 0,-1 1 0,0 1 0,1 1 0,-29 8 0,9 1 0,-2-2 0,1-2 0,-91 3 0,109-11 0,0 2 0,0 0 0,-44 10 0,41-7 0,1-1 0,-46 0 0,51-4 0,-1 2 0,1 0 0,0 1 0,-33 10 0,120-33 0,29-9 0,114-51 0,-189 73 0,0 0 0,1 1 0,0 1 0,0 1 0,0 0 0,33-2 0,116 8 0,-70 1 0,-68-2 0,0 2 0,29 6 0,41 5 0,251-12 0,-181-4 0,-144 4 0,1 1 0,-1 1 0,0 1 0,-1 1 0,1 1 0,-1 1 0,-1 1 0,26 14 0,-38-18-170,2-2-1,-1 1 0,0-1 1,1-1-1,-1 0 0,1-1 1,20 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2:05.5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252 280 24575,'18'17'0,"1"-1"0,1-1 0,27 15 0,-38-23 0,-2-4 0,0 1 0,0-1 0,1 0 0,-1 0 0,1-1 0,-1 0 0,1 0 0,0 0 0,0-2 0,0 1 0,11-1 0,11-1 0,52-10 0,-2 0 0,114-8 0,-106 9 0,-220 10 0,55-1 0,-433 1 0,500 0 0,0 0 0,1 0 0,-1-1 0,0 0 0,0-1 0,1 0 0,-1-1 0,1 0 0,0-1 0,-1 1 0,2-2 0,-1 1 0,0-1 0,1-1 0,0 1 0,0-1 0,1-1 0,-10-10 0,12 11 0,0-1 0,1 0 0,-1 0 0,2-1 0,-1 1 0,1-1 0,0 0 0,1 0 0,0 0 0,0 0 0,1 0 0,0 0 0,0 0 0,1-1 0,0 1 0,0 0 0,1 0 0,0-1 0,1 1 0,-1 0 0,2 0 0,-1 0 0,1 1 0,0-1 0,1 0 0,0 1 0,5-8 0,-7 12 0,0 0 0,0-1 0,1 1 0,-1 1 0,1-1 0,0 0 0,-1 1 0,1-1 0,0 1 0,1 0 0,-1 0 0,7-3 0,-9 5 0,0 0 0,0 1 0,0-1 0,0 1 0,-1-1 0,1 1 0,0-1 0,0 1 0,0 0 0,0-1 0,-1 1 0,1 0 0,0 0 0,-1 0 0,1-1 0,0 1 0,-1 0 0,1 0 0,-1 0 0,1 0 0,-1 1 0,13 14 0,-2-10 0,1-2 0,-1 0 0,1 0 0,0-1 0,0 0 0,0-1 0,21 1 0,11 3 0,131 20 0,-78-14 0,126 34 0,-164-26 0,71 34 0,-71-28 0,64 20 0,78 3 0,-65-26 0,-50-9 0,-22-7 0,1-2 0,113-6 0,-63-1 0,336 2-1365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7-21T09:33:55.6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-3733891-6704,'90'0,"-90"0,0 0,0 0,0 0,0 0,0 0,0 0,0 0,0 0,0 0,0 0,0 0,0 0,-1 0,1 0,0 0,-1 0,0 0,1 0,-2 0,1 0,-1 0,1 0,0 1,0-1,1 0,0 0,0 0,0 0,0 0,-1 0,-1 0,-1 0,1 0,2 0,0 0,0 0,0 0,0 0,0 0,0-1,1 1,-1 0,0 0,0 0,0 0,0 0,0 0,0 0,1 0,-1 0,0 0,0 0,0 0,1 0,-1 0,0 0,0 0,1 0,-1 0,0 0,0 0,0 0,1 0,-1 0,0 0,0 0,1 0,-1 0,0 0,0 0,0 0,1 0,-1 0,0 0,0 0,0 0,1 0,-1 0,0 0,0 0,0 0,1 0,-1 0,0 0,0 0,1 0,-1 0,0 0,0 0,0 0,1 0,-1 0,0 0,0 0,0 0,1 0,-1 0,0 0,0 0,0 0,1 0,-1 0,0 0,0 0,1 0,-1 0,0 0,0 0,1 0,-1 0,1-1,-1 1,0 0,1 0,-1 0,0 0,1 0,-1 0,1 0,-1 0,0 0,0 1,-1-1,1 0,0 0,-1 0,0 0,1 0,0 0,0 0,2 0,0 0,1 0,-1 0,1 0,-1 0,0-1,1 1,-1 0,0 0,-1 0,-5 0,-9 0,0 1,-2-1,0 1,-1 0,1-1,-1 1,1 0,-1-1,1 1,-1 0,0 0,1-1,-1 1,1 0,-1-1,1 1,-1 0,1-1,-1 1,1 0,-1-1,1 1,-1 0,1 0,-1-1,1 1,-1 0,1-1,-1 1,1 0,-1-1,1 1,0 0,0-1,1 1,-1 0,-1 0,14-1,-27 0,1 2,-1-1,-2 0,1 1,-1-1,0 1,-1-1,-2 0,9 1,0-1,3 0,-6 0,0 0,1 1,0-1,-1 0,2 0,-2 1,1-1,0 0,0 0,0 0,0 1,-1-1,1 0,-12 0,15 0,1 0,-1 0,0 1,0-1,-1 0,2 0,0 0,0 0,-2 0,0 0,-8 1,0-1,1 1,2 0,-7-1,0 1,1 0,-3 0,0-1,0 1,-1 0,1 0,0-1,0 1,0 0,0 0,0-1,0 1,0 0,0 0,0-1,0 1,0 0,-1 0,1-1,0 1,0 0,0 0,0-1,0 1,0 0,0 0,0-1,0 1,0 0,0 0,0-1,-1 1,1 0,0 0,0-1,0 1,0 0,0 0,0-1,0 1,0 0,0 0,0-1,0 1,0 0,-1 0,1-1,0 1,0 0,0 0,0-1,0 1,0 0,0 0,0-1,0 1,0 0,0 0,0-1,0 1,-1 0,1 0,0-1,0 1,1 0,0 0,1-1,9 1,0 0,-2-1,-3 1,0-1,0 1,0-1,0 1,-1-1,1 1,0-1,0 1,0-1,0 1,0-1,0 0,0 1,0-1,0 1,0-1,0 1,-1-1,1 1,0-1,0 1,0-1,0 1,0-1,0 1,0-1,0 1,0-1,0 1,-1-1,1 1,0-1,0 1,0-1,0 1,0-1,0 1,0-1,0 0,-1 1,1-1,0 1,0-1,0 1,0-1,0 1,0-1,0 1,-1-1,1 1,-1-1,0 1,0-1,0 1,0 0,-1-1,1 1,0-1,-3 1,-1-1,0 1,2-1,1 1,0-1,3 1,-1-1,0 0,1 1,-1-1,0 1,-1 0,1-1,-1 1,1-1,0 1,-1-1,1 1,0-1,-1 1,-1-1,3 1,-1-1,0 1,1-1,-1 1,1-1,0 1,0-1,1 1,-1-1,1 0,-1 1,0-1,1 1,4-1,-5 0,0 0,-8 1,10-1,0 0,0 0,0 1,1-1,-1 1,4-1,1 0,-3 1,-6-1,-1 1,6-1,-3 1,-1-1,1 1,0-1,-1 1,2-1,-1 1,0-1,0 0,-1 1,-1 0,-13 0,16-1,0 1,-1-1,1 0,1 1,-2 0,-14 0,0 0,1 0,-1 0,0 0,1 0,-1 0,1 0,-1 0,1 1,-1-1,-2 0,14-1,0 1,0-1,0 1,-1 0,1-1,-1 1,0-1,-3 1,3-1,-1 1,-3 0,3-1,0 1,2-1,-1 1,1-1,-1 1,1 0,-1-1,1 1,-1-1,1 1,-1-1,1 1,-1-1,1 1,-1-1,1 1,-1 0,1-1,-1 1,1-1,-1 1,1-1,-1 1,0-1,1 1,-1-1,1 1,-1-1,1 1,-1 0,1-1,-1 1,1-1,-1 1,1-1,-1 1,1-1,-1 1,1-1,-1 1,1 0,-1-1,1 1,-1-1,1 1,-1-1,1 1,-1-1,1 1,-1-1,1 1,-1 0,1-1,-1 1,1-1,-1 1,1-1,-1 1,1-1,-1 1,1-1,-1 1,1 0,-1-1,0 1,1-1,-1 1,1-1,-1 1,1-1,-1 1,1-1,-1 1,1 0,-1-1,1 1,-1-1,1 1,-1-1,1 1,-1-1,1 1,-1-1,1 1,-1-1,1 1,-1 0,1-1,-1 1,1-1,-1 1,1-1,-1 1,0-1,1 1,0-1,-1 1,1 0,-1-1,1 1,-1-1,1 1,0-1,2 1,-4-1,1 1,-1-1,3 1,1-1,-4 1,-2-1,-1 1,-4 0,4-1,1 1,-1 0,-5 0,0-1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7-21T09:33:55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-467607-1158,'158'0,"-158"0,0 0,0 0,0 0,0 0,0 0,0 0,0 0,0 0,0 0,-1 0,1 0,0 0,0 0,0 0,0 0,0 0,0 0,0 0,0 0,0 0,0 0,0 0,0 0,0 0,0 0,-1 0,1 0,0 0,0 0,0 0,0 0,0 0,0 0,0 0,0 0,0 0,0 0,0 0,0 0,0 0,0 0,0 0,0 0,0 0,-1 0,1 0,0 0,0 0,0 0,0 0,0 0,0 0,0 0,0 0,0 0,0 0,0 0,0 0,0 0,-1 0,1 0,0 0,0 0,0 0,0 0,0 0,0 0,0 0,0 0,0 0,0 0,0 0,0 0,0 0,0 0,0 0,0 0,0 0,-1 0,1 0,1 0,-1 0,0-1,0 1,-1 0,1 0,-1 0,0 0,0 1,0-1,-1 0,-1 1,0 0,-8 0,5 0,-1 0,-1 0,5 0,0 0,-6 0,-4 1,1 0,-1 0,0 0,0 0,2 0,-1 0,0 1,-2-1,1 1,-1-1,3 1,0-1,-1 0,2 0,-1-1,1 1,0 0,-1-1,1 1,-1 0,1-1,-1 1,1-1,-1 1,1 0,-1-1,1 1,-1 0,1-1,-1 1,1 0,-1-1,1 1,-1-1,1 1,-1 0,0-1,1 1,-1 0,1-1,-1 1,1 0,-1-1,1 1,-1-1,1 1,-1 0,1-1,-1 1,1 0,-1-1,0 1,1 0,-1-1,1 1,-1-1,1 1,-1 0,1-1,-1 1,1 0,-1-1,1 1,-1 0,1-1,-1 1,1-1,-1 1,0 0,1-1,-1 1,1 0,-1-1,1 1,-1 0,1-1,-1 1,1-1,-1 1,1 0,-1-1,0 1,1 0,-1-1,1 1,-1 0,1-1,-1 1,1-1,-1 1,1 0,-1-1,1 1,-1 0,1-1,-1 1,0 0,1-1,-1 1,1-1,0 1,-1 0,1-1,0 1,-1-1,1 1,0 0,-1-1,1 1,-1-1,1 1,-1-1,2 1,-1-1,1-1,5 1,-1 0,0-1,1 1,-1 0,1-1,0 1,0 0,0 1,-1-1,1-1,0 1,0 0,0-1,0 1,-9-1,-1 2,1-1,4 1,-1-1,1 1,-1-1,1 0,0 1,-1-1,1 1,0-1,-1 1,1-1,0 1,-1-1,1 1,0-1,-1 0,1 1,0-1,-1 1,1-1,0 1,-1-1,1 1,0-1,-1 0,1 1,0-1,-1 1,1-1,0 1,-1-1,1 1,0-1,-1 0,1 1,0-1,-1 1,1-1,0 1,-1-1,1 1,0-1,-1 0,1 1,0-1,-1 1,1-1,0 1,-1-1,1 1,0-1,-1 1,1-1,0 0,-1 1,1-1,0 1,-1-1,1 1,0-1,-1 1,1-1,0 0,-1 1,1-1,0 1,-1-1,1 1,0-1,0 1,0-1,-1 1,-2 0,1 0,-1 0,0-1,0 1,1 0,-1 0,0 0,0 0,1-1,-1 1,1 0,-1 0,1 0,-1-1,1 1,-1 0,1 0,-1 0,1-1,-1 1,0 0,1 0,-1 0,1-1,-1 1,1 0,-1 0,1 0,-1-1,1 1,-1 0,0 0,1-1,-1 1,1 0,-1 0,1 0,-1-1,1 1,-1 0,0 0,1 0,-1-1,1 1,-1 0,1 0,-1 0,1-1,-1 1,0 0,1 0,-1 0,1-1,-1 1,1 0,-1 0,0 0,1-1,-1 1,1 0,-1 0,0 0,1-1,-1 1,1 0,-1 0,0 0,1-1,-1 1,1 0,-1 0,0 0,1-1,-1 1,1 0,-1 0,1 0,-1-1,0 1,1 0,-1 0,0 0,1-1,-1 1,1 0,-1-1,1 0,0 1,0-1,2 0,-1 1,1-1,-2 1,1-1,0-1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7-21T09:33:55.7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1721-603250,'135'0,"-135"0,0 0,-1 0,1 0,1 0,-1 0,1 0,4 0,1-1,-1 0,0 0,1 1,-1-1,0 0,0 0,0 0,1 1,-1-1,0 0,0 0,0 1,1-1,-1 0,0 0,0 0,0 1,1-1,-1 0,0 0,0 1,1-1,-1 0,0 0,0 0,0 1,1-1,-1 0,0 0,0 0,0 1,1-1,-1 0,0 0,0 1,0-1,1 0,-1 0,0 0,0 1,0-1,1 0,-1 0,0 1,0-1,0 0,1 0,-1 0,0 1,0-1,0 0,1 0,-1 0,0 1,0-1,0 0,1 0,-1 1,0-1,0 0,0 0,1 0,-1 1,0-1,0 0,0 0,1 1,-1-1,0 0,0 0,0 0,1 1,-1-1,0 0,0 0,0 1,1-1,-1 0,0 0,0 0,0 1,0-1,-3 0,-2 0,0 0,3 1,2-1,1 0,-3 0,1 0,0 1,0-1,0 1,0-1,0 0,0 1,0-1,0 1,0-1,0 0,0 1,0-1,0 0,0 1,0-1,0 1,0-1,0 0,0 1,0-1,0 1,0-1,0 0,0 1,0-1,0 0,0 1,0-1,0 1,0-1,0 0,0 1,0-1,0 1,0-1,0 0,0 1,0-1,0 1,0-1,0 0,0 1,0-1,0 0,0 1,0-1,0 1,0-1,0 0,0 1,0-1,0 1,0-1,0 0,0 1,0-1,0 1,0-1,0 0,0 1,0-1,0 0,0 1,0-1,0 1,0-1,0 0,1 1,-1-1,0 1,1-1,2 1,1-2,-1 1,1 0,0 0,0 0,0 0,0-1,0 1,0 0,0 0,0 0,0 0,0 0,0-1,0 1,0 0,1 0,0 0,-1-1,0 1,0 0,0 0,0 0,-1 0,1 0,0-1,0 1,0 0,-1 0,1 0,-1 0,1 0,-1 0,1 0,-1 0,0 0,0 0,1 0,-1-1,0 1,0 0,1 0,-1 0,0 0,0 0,1 0,-1 0,0 0,0 0,1 0,-1 0,0-1,0 1,1 0,-1 0,0 0,1 0,-1 0,0 0,0 0,1 0,-1 0,0 0,0 0,1-1,-1 1,0 0,0 0,1 0,-1 0,0 0,1 0,-1 0,0 0,0 0,1 0,-1 0,0 0,0-1,1 1,-1 0,0 0,0 0,1 0,-1 0,0 0,1 0,-1 0,0 0,0 0,1 0,-1-1,0 1,0 0,1 0,-1 0,0 0,1 0,-1 0,0 0,0 0,1 0,-1 0,0 0,0-1,1 1,-1 0,0 0,0 0,1 0,-1 0,0 0,1 0,-1 0,0 0,0 0,1 0,-1-1,0 1,0 0,1 0,-1 0,0 0,1 0,-1 0,0 0,0 0,1 0,-1 0,0 0,1-1,-1 1,0 0,0 0,1 0,-1 0,0 0,0 0,1 0,-2 0,1 0,0 0,-1 0,1 0,-1-1,2 1,0 0,0-1,1 1,-1-1,0 1,2-1,0 1,0-1,1 1,0-1,0 0,1 0,-1 1,1-1,-1 0,1 1,0-1,-1 0,1 1,-1-1,1 0,0 0,-1 1,1-1,-1 0,1 1,0-1,-1 0,1 1,0-1,-1 0,1 0,-1 1,1-1,0 0,-1 1,1-1,-1 0,1 1,0-1,-1 0,1 0,-1 1,1-1,-1 0,1 1,-1-1,1 0,-1 0,1 1,0-1,-1 0,1 1,-1-1,1 0,-1 1,1-1,0 0,-1 1,1-1,-1 0,1 0,-1 1,1-1,0 0,-1 1,1-1,-1 0,1 1,0-1,-1 0,1 1,-1-1,1 0,-1 0,1 1,0-1,-1 0,1 1,-1-1,1 0,-1 1,1-1,0 0,-1 0,0 1,1-1,-1 0,0 1,1-1,-1 0,0 1,0-1,0 0,0 1,0-1,0 0,0 1,0-1,0 0,0 1,0-1,0 0,0 1,0-1,0 0,0 1,0-1,0 0,0 1,0-1,0 0,0 1,0-1,0 0,0 1,0-1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3:55.7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3:55.7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1083 456 24575,'2'-2'0,"-1"0"0,0 0 0,1-1 0,0 1 0,-1 0 0,1 0 0,0 0 0,0 1 0,0-1 0,0 0 0,0 1 0,0-1 0,1 1 0,-1 0 0,3-1 0,13-11 0,5-8 0,101-104 0,-98 83 0,-22 34 0,0 1 0,0 0 0,1 0 0,0 0 0,8-8 0,12-7 0,2 2 0,0 1 0,1 1 0,32-15 0,-46 26 0,-6 3 0,0 0 0,0 0 0,0 1 0,1 1 0,-1 0 0,0 0 0,1 0 0,0 1 0,-1 0 0,1 1 0,0 0 0,0 0 0,-1 1 0,1 0 0,11 3 0,-19-4 0,0 1 0,1-1 0,-1 1 0,0-1 0,0 1 0,0 0 0,1-1 0,-1 1 0,0 0 0,0 0 0,0 0 0,0 0 0,0 0 0,-1 0 0,1 0 0,0 0 0,0 0 0,-1 0 0,1 0 0,0 0 0,-1 1 0,1-1 0,-1 0 0,0 1 0,1-1 0,-1 0 0,0 1 0,0-1 0,0 0 0,0 1 0,0-1 0,0 0 0,0 1 0,0-1 0,0 0 0,-1 1 0,1-1 0,-1 0 0,1 0 0,-1 1 0,0 0 0,-1 2 0,0 0 0,-1-1 0,0 1 0,1-1 0,-1 1 0,0-1 0,0 0 0,-1 0 0,1 0 0,-1-1 0,-6 5 0,-15 4 0,-1 0 0,0-1 0,0-2 0,-31 6 0,-114 13 0,144-23 0,-114 11 0,-1-7 0,-226-14 0,-132-67 0,485 70 0,-1 0 0,1-2 0,0 0 0,-18-9 0,29 13 0,0-1 0,1-1 0,0 1 0,-1 0 0,1-1 0,0 0 0,0 0 0,0 0 0,-3-5 0,5 6 0,0 1 0,0-1 0,0 0 0,0 0 0,0 0 0,1 0 0,-1 0 0,1 0 0,-1 0 0,1-1 0,0 1 0,0 0 0,0 0 0,0 0 0,0 0 0,1 0 0,-1 0 0,1 0 0,0-3 0,1 2 0,-1 0 0,1 0 0,0 0 0,0 1 0,0-1 0,0 0 0,0 1 0,0 0 0,1-1 0,-1 1 0,1 0 0,0 1 0,0-1 0,0 0 0,0 1 0,0-1 0,0 1 0,0 0 0,0 0 0,0 0 0,7 0 0,8-2 0,1 0 0,31 1 0,-38 2 0,625 5 0,-273 23 0,-5 0 0,-189-17 0,-2 7 0,195 48 0,-24-15 0,-83-16 0,-167-24 0,2-4 0,121-6 0,-126-2 0,159-14 0,-15 0 0,-155 15 0,185-10 0,-23-18 0,289-19 0,-501 46 0,500-15 0,251 4 0,-547 14 0,227 15 0,-262-6 0,-5 2 0,65 2 0,-45 0 0,24 0 0,-178-14 0,-1 3 0,0 1 0,57 14 0,-81-10-1365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3:55.7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3111 57 24575,'241'-16'0,"6"4"-164,1402-17-4186,-756 85 4873,-520-24 396,-344-28-288,-1 2 0,0 0 0,46 18 0,-16-4-83,-24-12-548,0-1 0,61 4 0,-6-1 0,295 31 0,56 10 0,166 31 0,-439-75 0,-108-6 0,0 2 0,77 14 0,-130-16 0,-1 0 0,1 1 0,0-1 0,0 1 0,0 0 0,-1 0 0,1 1 0,-1 0 0,0 0 0,0 0 0,6 5 0,-11-7 0,1-1 0,-1 0 0,0 1 0,1-1 0,-1 1 0,0-1 0,0 0 0,1 1 0,-1-1 0,0 1 0,0-1 0,0 1 0,0-1 0,0 1 0,1-1 0,-1 1 0,0-1 0,0 1 0,0-1 0,-1 1 0,1-1 0,0 1 0,0-1 0,0 1 0,0-1 0,0 1 0,0-1 0,-1 1 0,1-1 0,0 1 0,0-1 0,-1 0 0,1 1 0,0-1 0,-1 1 0,1-1 0,0 0 0,-1 1 0,1-1 0,-1 0 0,1 0 0,0 1 0,-1-1 0,1 0 0,-1 0 0,0 1 0,-27 8 0,22-7 0,-13 3 0,-307 74 0,-326 14-876,307-46 348,-245 39-1140,-582 76 918,-7-62-670,910-95 1428,255-5 208,-1-1 0,-24-5 1,38 6-202,-1 0 0,1-1 0,0 1 0,0 0 0,-1-1 0,1 1 0,0 0 0,0-1 0,0 0 0,-1 1 0,1-1 0,0 0 0,0 1 0,0-1 0,0 0 0,0 0 0,0 0 0,1 0 0,-1 0 0,0 0 0,0 0 0,0-2 0,1 1 21,0 1 1,0 0-1,0-1 0,1 1 1,-1 0-1,1-1 1,-1 1-1,1 0 0,-1 0 1,1-1-1,0 1 0,-1 0 1,1 0-1,0 0 0,0 0 1,0 0-1,0 0 0,0 0 1,0 0-1,0 0 0,2 0 1,15-11 244,0 1-1,1 1 1,0 0 0,1 2 0,0 0 0,26-6 0,325-83 772,14 22-2017,-259 51 793,984-146-1589,16 106 498,-1115 64 1260,159 0 1541,188 25 1,-241-16-485,-21-3-609,-92-6-446,-1 0 0,1 1 0,-1-1 0,1 1 0,-1 0 0,1 0 0,-1 0 0,0 1 0,1-1 0,-1 1 0,0-1 0,0 1 0,0 0 0,0 1 0,0-1 0,3 3 0,-6-4 0,0 0 0,0-1 0,1 1 0,-1-1 0,0 1 0,0 0 0,0-1 0,0 1 0,0 0 0,0-1 0,0 1 0,0 0 0,0-1 0,0 1 0,0 0 0,0-1 0,0 1 0,-1 0 0,1-1 0,0 1 0,0-1 0,-1 1 0,1 0 0,0-1 0,-1 1 0,1-1 0,-1 1 0,1-1 0,-1 1 0,1-1 0,-1 0 0,1 1 0,-1-1 0,1 1 0,-1-1 0,1 0 0,-1 1 0,0-1 0,1 0 0,-2 0 0,-33 11 0,-8-4 0,0-3 0,-79-1 0,105-3 0,-971-34-2119,382 7 844,-290 10 366,1 45 1087,864-26 348,23 0 201,20-2 386,542-20 510,-269 5-2410,823-10-1142,5 25-249,-750 1 1975,-275 2 1256,0 3-1,0 4 1,139 35 0,201 52-31,-307-69-1022,-101-23 0,0-2 0,1-1 0,-1-1 0,1 0 0,36-4 0,104-24 0,-103 17 0,317-89 0,-78 17 0,-236 69 0,1 2 0,120-4 0,314 19 0,-483-4 0,0 1 0,0 1 0,1 0 0,-1 1 0,0 1 0,14 5 0,75 38 0,-73-32 0,1-1 0,39 12 0,66 11 0,80 25 0,-170-50 0,1-2 0,63 5 0,-5-1 0,-37-6 0,0-3 0,101-7 0,-58 0 0,29 5 0,147-6 0,-283 3 0,-1-1 0,1 1 0,-1 0 0,1-1 0,-1 1 0,1-1 0,-1 0 0,1 0 0,-1 0 0,0 0 0,1 0 0,-1 0 0,0-1 0,0 1 0,0-1 0,0 1 0,0-1 0,0 0 0,0 0 0,1-2 0,-3 2 0,1 1 0,0-1 0,-1 0 0,0 0 0,1 0 0,-1 1 0,0-1 0,0 0 0,0 0 0,0 0 0,0 0 0,-1 1 0,1-1 0,-1 0 0,1 0 0,-1 1 0,1-1 0,-1 0 0,0 0 0,0 1 0,0-1 0,0 1 0,0-1 0,0 1 0,0 0 0,-1-1 0,1 1 0,-3-2 0,-9-8 0,-1 2 0,0 0 0,-1 0 0,0 2 0,0 0 0,0 0 0,-25-6 0,-4-3 0,-2 1 0,0 2 0,-1 3 0,-55-6 0,99 15 0,-68-6 0,-131 5 0,112 3 0,74-1 0,1 1 0,0 0 0,0 1 0,0 1 0,0 1 0,1 0 0,-1 0 0,1 2 0,0 0 0,0 0 0,1 1 0,0 1 0,-19 14 0,30-20 0,-1 0 0,1 0 0,0 0 0,0 1 0,0-1 0,1 0 0,-1 1 0,0 0 0,1-1 0,0 1 0,-1 0 0,1-1 0,0 1 0,0 0 0,1 0 0,-1 0 0,1 0 0,-1 0 0,1 5 0,1-6 0,-1 0 0,1 0 0,0 0 0,0 0 0,0 0 0,0 0 0,0-1 0,0 1 0,0 0 0,0 0 0,1-1 0,-1 1 0,1-1 0,-1 1 0,1-1 0,0 0 0,-1 0 0,1 0 0,0 0 0,0 0 0,0 0 0,0 0 0,0 0 0,0-1 0,0 1 0,0-1 0,0 1 0,3-1 0,28 4 0,1-2 0,0-2 0,0 0 0,0-3 0,60-11 0,-43 6 0,72-2 0,632 11 0,-719 1 0,61 10 0,-58-5 0,44 1 0,-49-8 0,-25 0 0,-24 0 0,-238-18 0,126 6 0,-103-8-164,-80-1-655,-75-1-164,-70 3 0,-1522-13-2700,324 9 866,737-7 830,8-28 3231,94 29 6530,149-14-6106,165 4-918,301 24-750,-45 0 0,-248-17 0,225 9 0,120 11 0,-132-6 0,64 4 0,-24-1 0,164 15 0,0 2 0,0 5 0,1 2 0,-97 25 0,93-15 0,-2-3 0,1-3 0,-95 2 0,-245-13 0,204-5 0,-179 3 0,381 0 0,0-2 0,0 0 0,-22-6 0,-2-1 0,37 9 0,0 0 0,0 0 0,0 0 0,-1 0 0,1 0 0,0 1 0,0-1 0,-1 0 0,1 0 0,0 0 0,0 0 0,-1 0 0,1 0 0,0 0 0,0 0 0,0 0 0,-1 1 0,1-1 0,0 0 0,0 0 0,0 0 0,0 0 0,-1 1 0,1-1 0,0 0 0,0 0 0,0 0 0,0 1 0,0-1 0,0 0 0,0 0 0,0 0 0,-1 1 0,1-1 0,0 0 0,0 0 0,0 1 0,0-1 0,0 0 0,0 0 0,0 1 0,0-1 0,0 0 0,1 0 0,-1 0 0,0 1 0,0-1 0,0 0 0,0 0 0,0 1 0,0-1 0,6 19 0,-4-14 0,33 142 0,-26-100 0,25 75 0,-33-117 0,1 0 0,0 0 0,1-1 0,-1 1 0,1 0 0,0-1 0,0 1 0,0-1 0,7 6 0,-8-8 0,-1-1 0,1 0 0,0 0 0,0 0 0,1 0 0,-1 0 0,0 0 0,0 0 0,0-1 0,1 1 0,-1-1 0,0 0 0,0 1 0,1-1 0,-1 0 0,0-1 0,1 1 0,-1 0 0,0-1 0,0 1 0,1-1 0,-1 1 0,0-1 0,3-2 0,21-8 0,0-3 0,33-22 0,0 0 0,-40 28 0,0 0 0,1 2 0,0 0 0,0 1 0,42-5 0,-28 5 0,51-5 0,0 4 0,113 6 0,-86 2 0,-96-2 0,1 2 0,-1 0 0,-1 0 0,1 2 0,0 0 0,-1 0 0,19 9 0,7 7 0,46 29 0,-54-29 0,1-1 0,57 22 0,-46-24 0,0-3 0,2-1 0,0-3 0,0-1 0,95 4 0,-53-13 0,190-4 0,-206 0 0,129-26 0,-23-9 0,-152 34 0,52-5 0,-52 9 0,50-12 0,12-16 0,-63 20 0,0 0 0,45-9 0,194-41 0,1-2 0,368-86 0,-612 141 0,-11 3 0,-3 2 0,-1-1 0,0 0 0,1-1 0,-1 0 0,0 0 0,-1 0 0,10-6 0,-16 9 0,0 0 0,0 0 0,0 0 0,0 0 0,0 0 0,0-1 0,0 1 0,0 0 0,0 0 0,0 0 0,1 0 0,-1 0 0,0 0 0,0 0 0,0 0 0,0-1 0,0 1 0,0 0 0,0 0 0,0 0 0,0 0 0,0 0 0,0 0 0,0 0 0,0-1 0,0 1 0,0 0 0,0 0 0,0 0 0,0 0 0,0 0 0,0 0 0,0 0 0,-1 0 0,1-1 0,0 1 0,0 0 0,0 0 0,0 0 0,0 0 0,0 0 0,0 0 0,0 0 0,0 0 0,0 0 0,0 0 0,-1-1 0,1 1 0,0 0 0,0 0 0,0 0 0,0 0 0,0 0 0,0 0 0,0 0 0,-1 0 0,1 0 0,-12-3 0,-13 1 0,-816 26 0,-201-13-582,432-15 321,482 9 261,-170 31 0,282-33 22,-9 0 183,0 1 0,1 2 1,-48 17-1,36-11-205,0-1 0,-1-2 0,0-2 0,0-1 0,-47 1 0,-16 4 0,-201 32 0,296-42 0,-1 0 0,1 0 0,-1 0 0,0-1 0,0 0 0,-8 0 0,14 0 0,-1 0 0,1-1 0,-1 1 0,0 0 0,1 0 0,-1 0 0,1 0 0,-1-1 0,1 1 0,-1 0 0,1-1 0,0 1 0,-1 0 0,1-1 0,-1 1 0,1 0 0,0-1 0,-1 1 0,1-1 0,0 1 0,-1-1 0,1 1 0,0-1 0,-1 1 0,1-1 0,0-1 0,0 1 0,0 0 0,0-1 0,0 1 0,1 0 0,-1-1 0,0 1 0,1-1 0,-1 1 0,1 0 0,-1 0 0,1-1 0,0 1 0,-1 0 0,2-1 0,2-4 0,1 1 0,-1 0 0,1 1 0,0-1 0,0 1 0,1 0 0,-1 0 0,1 0 0,0 1 0,9-4 0,68-25 0,-32 18 0,0 2 0,1 3 0,84-6 0,164 11 0,-232 4 0,83 0 0,188 5 0,-187 16 0,-107-13 0,-21-3 63,1 2-1,27 10 1,-5 0-1616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3:55.7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3:55.7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1318 598 24575,'37'-1'0,"-1"-2"0,58-11 0,-69 10 0,-1 1 0,1 1 0,-1 2 0,1 0 0,-1 1 0,1 2 0,34 7 0,37 4 0,16 3 0,17 2 0,-59-10 0,29 0 0,183-6 0,-140-5 0,-135 2 0,-1 0 0,1-1 0,0 1 0,0-1 0,-1-1 0,1 1 0,-1-1 0,1 0 0,11-6 0,-16 6 0,1 1 0,0-1 0,-1 0 0,0 0 0,1-1 0,-1 1 0,0 0 0,0-1 0,0 0 0,-1 1 0,1-1 0,-1 0 0,1 0 0,-1 0 0,0 0 0,0 0 0,0 0 0,0 0 0,-1 0 0,1 0 0,-1 0 0,0 0 0,0-4 0,0 0 0,0-1 0,-1 1 0,0-1 0,-1 1 0,1 0 0,-1 0 0,-1-1 0,1 2 0,-1-1 0,0 0 0,-1 0 0,0 1 0,0 0 0,0 0 0,-1 0 0,0 0 0,0 1 0,0 0 0,-1 0 0,-7-6 0,-11-5 0,-1 1 0,0 1 0,-54-20 0,10 4 0,54 23 0,0 1 0,-1 1 0,0 0 0,1 1 0,-1 1 0,-27-2 0,6 4 0,-67 5 0,18 10 0,59-9 0,-54 5 0,-154-12 0,221 1 0,1-1 0,0 0 0,0-1 0,0-1 0,1 0 0,-1-1 0,1 0 0,0-1 0,0 0 0,1-1 0,0 0 0,-19-17 0,-5 1 0,-6-7 0,34 24 0,-1 0 0,1 0 0,-1 1 0,-9-5 0,9 6 0,0-1 0,1 0 0,0 0 0,0 0 0,-8-9 0,11 9 0,0 1 0,-1-1 0,0 1 0,1-1 0,-1 2 0,-1-1 0,1 0 0,0 1 0,-1 0 0,0 0 0,0 1 0,0 0 0,0 0 0,0 0 0,0 1 0,0-1 0,-1 1 0,-9 0 0,-257 1 0,119 3 0,130-3 0,-1 1 0,0 1 0,1 1 0,-29 8 0,9 1 0,-2-2 0,1-2 0,-91 3 0,109-11 0,0 2 0,0 0 0,-44 10 0,41-7 0,1-1 0,-46 0 0,51-4 0,-1 2 0,1 0 0,0 1 0,-33 10 0,120-33 0,29-9 0,114-51 0,-189 73 0,0 0 0,1 1 0,0 1 0,0 1 0,0 0 0,33-2 0,116 8 0,-70 1 0,-68-2 0,0 2 0,29 6 0,41 5 0,251-12 0,-181-4 0,-144 4 0,1 1 0,-1 1 0,0 1 0,-1 1 0,1 1 0,-1 1 0,-1 1 0,26 14 0,-38-18-170,2-2-1,-1 1 0,0-1 1,1-1-1,-1 0 0,1-1 1,20 0-1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9:33:55.7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252 280 24575,'18'17'0,"1"-1"0,1-1 0,27 15 0,-38-23 0,-2-4 0,0 1 0,0-1 0,1 0 0,-1 0 0,1-1 0,-1 0 0,1 0 0,0 0 0,0-2 0,0 1 0,11-1 0,11-1 0,52-10 0,-2 0 0,114-8 0,-106 9 0,-220 10 0,55-1 0,-433 1 0,500 0 0,0 0 0,1 0 0,-1-1 0,0 0 0,0-1 0,1 0 0,-1-1 0,1 0 0,0-1 0,-1 1 0,2-2 0,-1 1 0,0-1 0,1-1 0,0 1 0,0-1 0,1-1 0,-10-10 0,12 11 0,0-1 0,1 0 0,-1 0 0,2-1 0,-1 1 0,1-1 0,0 0 0,1 0 0,0 0 0,0 0 0,1 0 0,0 0 0,0 0 0,1-1 0,0 1 0,0 0 0,1 0 0,0-1 0,1 1 0,-1 0 0,2 0 0,-1 0 0,1 1 0,0-1 0,1 0 0,0 1 0,5-8 0,-7 12 0,0 0 0,0-1 0,1 1 0,-1 1 0,1-1 0,0 0 0,-1 1 0,1-1 0,0 1 0,1 0 0,-1 0 0,7-3 0,-9 5 0,0 0 0,0 1 0,0-1 0,0 1 0,-1-1 0,1 1 0,0-1 0,0 1 0,0 0 0,0-1 0,-1 1 0,1 0 0,0 0 0,-1 0 0,1-1 0,0 1 0,-1 0 0,1 0 0,-1 0 0,1 0 0,-1 1 0,13 14 0,-2-10 0,1-2 0,-1 0 0,1 0 0,0-1 0,0 0 0,0-1 0,21 1 0,11 3 0,131 20 0,-78-14 0,126 34 0,-164-26 0,71 34 0,-71-28 0,64 20 0,78 3 0,-65-26 0,-50-9 0,-22-7 0,1-2 0,113-6 0,-63-1 0,336 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BF88A-6AE9-47EC-AD18-EB7C0FBC909D}" type="datetimeFigureOut">
              <a:rPr lang="en-IN" smtClean="0"/>
              <a:t>01/08/25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AE3DA8-BB3D-4E0C-A546-9A43C7506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66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733-7BC0-47F4-9B3B-15FC27E497F4}" type="datetime1">
              <a:rPr lang="en-IN" smtClean="0"/>
              <a:t>01/08/25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265" y="365125"/>
            <a:ext cx="10099343" cy="1325563"/>
          </a:xfrm>
          <a:solidFill>
            <a:srgbClr val="A5002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03" y="1825625"/>
            <a:ext cx="11546006" cy="4351338"/>
          </a:xfrm>
          <a:ln>
            <a:solidFill>
              <a:srgbClr val="A50021"/>
            </a:solidFill>
          </a:ln>
        </p:spPr>
        <p:txBody>
          <a:bodyPr/>
          <a:lstStyle>
            <a:lvl1pPr>
              <a:defRPr lang="en-US" sz="2800" kern="1200" dirty="0">
                <a:solidFill>
                  <a:srgbClr val="0000CC"/>
                </a:solidFill>
                <a:latin typeface="Footlight MT Light" panose="0204060206030A020304" pitchFamily="18" charset="0"/>
                <a:ea typeface="+mn-ea"/>
                <a:cs typeface="+mn-cs"/>
              </a:defRPr>
            </a:lvl1pPr>
            <a:lvl2pPr>
              <a:defRPr lang="en-US" sz="2800" kern="1200" dirty="0">
                <a:solidFill>
                  <a:srgbClr val="0000CC"/>
                </a:solidFill>
                <a:latin typeface="Footlight MT Light" panose="0204060206030A020304" pitchFamily="18" charset="0"/>
                <a:ea typeface="+mn-ea"/>
                <a:cs typeface="+mn-cs"/>
              </a:defRPr>
            </a:lvl2pPr>
            <a:lvl3pPr>
              <a:defRPr lang="en-US" sz="2800" kern="1200" dirty="0">
                <a:solidFill>
                  <a:srgbClr val="0000CC"/>
                </a:solidFill>
                <a:latin typeface="Footlight MT Light" panose="0204060206030A020304" pitchFamily="18" charset="0"/>
                <a:ea typeface="+mn-ea"/>
                <a:cs typeface="+mn-cs"/>
              </a:defRPr>
            </a:lvl3pPr>
            <a:lvl4pPr>
              <a:defRPr lang="en-US" sz="2800" kern="1200" dirty="0">
                <a:solidFill>
                  <a:srgbClr val="0000CC"/>
                </a:solidFill>
                <a:latin typeface="Footlight MT Light" panose="0204060206030A020304" pitchFamily="18" charset="0"/>
                <a:ea typeface="+mn-ea"/>
                <a:cs typeface="+mn-cs"/>
              </a:defRPr>
            </a:lvl4pPr>
            <a:lvl5pPr>
              <a:defRPr lang="en-US" sz="2800" kern="1200" dirty="0">
                <a:solidFill>
                  <a:srgbClr val="0000CC"/>
                </a:solidFill>
                <a:latin typeface="Footlight MT Light" panose="0204060206030A020304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1665" y="6356350"/>
            <a:ext cx="1235123" cy="365125"/>
          </a:xfrm>
        </p:spPr>
        <p:txBody>
          <a:bodyPr/>
          <a:lstStyle/>
          <a:p>
            <a:fld id="{18F46EED-6F94-44BB-93BD-F9DFFF1C924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89042" y="6356349"/>
            <a:ext cx="5787788" cy="365125"/>
          </a:xfrm>
        </p:spPr>
        <p:txBody>
          <a:bodyPr/>
          <a:lstStyle/>
          <a:p>
            <a:r>
              <a:rPr lang="en-US"/>
              <a:t>Project Review – Phase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0345" y="6311900"/>
            <a:ext cx="52998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ee the source image">
            <a:extLst>
              <a:ext uri="{FF2B5EF4-FFF2-40B4-BE49-F238E27FC236}">
                <a16:creationId xmlns:a16="http://schemas.microsoft.com/office/drawing/2014/main" id="{1603772F-8973-E903-E97D-3E4339BD1D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24" y="320675"/>
            <a:ext cx="1178182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2DA3-7C7B-4ACD-8CDF-3B33304DE369}" type="datetime1">
              <a:rPr lang="en-IN" smtClean="0"/>
              <a:t>01/08/25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58A1B-8944-413B-994B-A07742C318C7}" type="datetime1">
              <a:rPr lang="en-IN" smtClean="0"/>
              <a:t>01/08/25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43EA-8F48-4C8F-9752-B0F359E862A2}" type="datetime1">
              <a:rPr lang="en-IN" smtClean="0"/>
              <a:t>01/08/25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82AA-92CC-464F-B65B-98A247B8728D}" type="datetime1">
              <a:rPr lang="en-IN" smtClean="0"/>
              <a:t>01/08/25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8694F-12D1-4142-9A6D-8F335095C221}" type="datetime1">
              <a:rPr lang="en-IN" smtClean="0"/>
              <a:t>01/08/25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07CEB-B27C-4D0F-B3DB-53050F941CF7}" type="datetime1">
              <a:rPr lang="en-IN" smtClean="0"/>
              <a:t>01/08/25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F461-23D5-47EF-BC2F-DA88CC14471D}" type="datetime1">
              <a:rPr lang="en-IN" smtClean="0"/>
              <a:t>01/08/25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FA9E-4F10-45FD-BCF6-8E30AAFF2EA4}" type="datetime1">
              <a:rPr lang="en-IN" smtClean="0"/>
              <a:t>01/08/25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521A-90E7-4321-AA70-63D57924F7E8}" type="datetime1">
              <a:rPr lang="en-IN" smtClean="0"/>
              <a:t>01/08/25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94535-7ED5-412E-AAAA-D090FD8993F7}" type="datetime1">
              <a:rPr lang="en-IN" smtClean="0"/>
              <a:t>01/08/25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Project Review – Phase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customXml" Target="../ink/ink9.xml"/><Relationship Id="rId2" Type="http://schemas.openxmlformats.org/officeDocument/2006/relationships/customXml" Target="../ink/ink1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customXml" Target="../ink/ink8.xml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7.png"/><Relationship Id="rId1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15.xml"/><Relationship Id="rId17" Type="http://schemas.openxmlformats.org/officeDocument/2006/relationships/customXml" Target="../ink/ink18.xml"/><Relationship Id="rId2" Type="http://schemas.openxmlformats.org/officeDocument/2006/relationships/customXml" Target="../ink/ink10.xml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customXml" Target="../ink/ink17.xml"/><Relationship Id="rId10" Type="http://schemas.openxmlformats.org/officeDocument/2006/relationships/customXml" Target="../ink/ink14.xml"/><Relationship Id="rId19" Type="http://schemas.openxmlformats.org/officeDocument/2006/relationships/image" Target="../media/image10.png"/><Relationship Id="rId4" Type="http://schemas.openxmlformats.org/officeDocument/2006/relationships/customXml" Target="../ink/ink11.xml"/><Relationship Id="rId9" Type="http://schemas.openxmlformats.org/officeDocument/2006/relationships/image" Target="../media/image5.png"/><Relationship Id="rId14" Type="http://schemas.openxmlformats.org/officeDocument/2006/relationships/customXml" Target="../ink/ink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BD489-7DA1-E41A-453C-AFDE7EC6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6E43-BA59-4165-B65A-902B666A17B1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8CBB-FC4F-366E-1C9C-72839364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7A2C1-7181-7185-109B-5F62C888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21" name="Subtitle 5">
            <a:extLst>
              <a:ext uri="{FF2B5EF4-FFF2-40B4-BE49-F238E27FC236}">
                <a16:creationId xmlns:a16="http://schemas.microsoft.com/office/drawing/2014/main" id="{9FA95B0D-A7E7-D896-A78A-E28AA583D8B6}"/>
              </a:ext>
            </a:extLst>
          </p:cNvPr>
          <p:cNvSpPr txBox="1"/>
          <p:nvPr/>
        </p:nvSpPr>
        <p:spPr bwMode="auto">
          <a:xfrm>
            <a:off x="2895600" y="2971800"/>
            <a:ext cx="6400800" cy="604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Review -1</a:t>
            </a:r>
          </a:p>
          <a:p>
            <a:pPr lvl="0"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Guide: </a:t>
            </a:r>
            <a:r>
              <a:rPr lang="it-IT" dirty="0"/>
              <a:t>Dr. (Col.) Kumar P. N.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I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2" name="Table 8">
            <a:extLst>
              <a:ext uri="{FF2B5EF4-FFF2-40B4-BE49-F238E27FC236}">
                <a16:creationId xmlns:a16="http://schemas.microsoft.com/office/drawing/2014/main" id="{A46ECB39-5EA0-BF8F-78B8-308E1128A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103023"/>
              </p:ext>
            </p:extLst>
          </p:nvPr>
        </p:nvGraphicFramePr>
        <p:xfrm>
          <a:off x="2743200" y="4198938"/>
          <a:ext cx="670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SL NO.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Name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Roll No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Sujan Karthik 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CB.EN.U4CSE22547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Vignesh Raja 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CB.EN.U4CSE22555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Praysun</a:t>
                      </a:r>
                      <a:r>
                        <a:rPr lang="en-US" dirty="0"/>
                        <a:t> Raja 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CB.EN.U4CSE22537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Kamalakrishnan</a:t>
                      </a:r>
                      <a:r>
                        <a:rPr lang="en-US" dirty="0"/>
                        <a:t> U 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CB.EN.U4CSE22519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itle 4">
            <a:extLst>
              <a:ext uri="{FF2B5EF4-FFF2-40B4-BE49-F238E27FC236}">
                <a16:creationId xmlns:a16="http://schemas.microsoft.com/office/drawing/2014/main" id="{57749798-ACED-0466-68DD-3FEE22A137A6}"/>
              </a:ext>
            </a:extLst>
          </p:cNvPr>
          <p:cNvSpPr txBox="1"/>
          <p:nvPr/>
        </p:nvSpPr>
        <p:spPr bwMode="auto">
          <a:xfrm>
            <a:off x="2312221" y="80486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kern="0" dirty="0">
                <a:solidFill>
                  <a:srgbClr val="0070C0"/>
                </a:solidFill>
              </a:rPr>
              <a:t>AI-Powered Cricket Query Engine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Sma</a:t>
            </a:r>
            <a:r>
              <a:rPr lang="en-US" kern="0" dirty="0">
                <a:solidFill>
                  <a:srgbClr val="0070C0"/>
                </a:solidFill>
              </a:rPr>
              <a:t>rt Crick)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B9E7965-A270-1343-53C9-502B7F8E86B3}"/>
              </a:ext>
            </a:extLst>
          </p:cNvPr>
          <p:cNvSpPr txBox="1">
            <a:spLocks/>
          </p:cNvSpPr>
          <p:nvPr/>
        </p:nvSpPr>
        <p:spPr>
          <a:xfrm>
            <a:off x="9347200" y="381000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US" altLang="en-US" sz="1400" smtClean="0">
                <a:latin typeface="Arial" panose="020B0604020202020204" pitchFamily="34" charset="0"/>
              </a:rPr>
              <a:pPr algn="r">
                <a:spcBef>
                  <a:spcPct val="0"/>
                </a:spcBef>
              </a:pPr>
              <a:t>1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16591D3-9B43-66AF-8533-709D026AFD40}"/>
                  </a:ext>
                </a:extLst>
              </p14:cNvPr>
              <p14:cNvContentPartPr/>
              <p14:nvPr/>
            </p14:nvContentPartPr>
            <p14:xfrm>
              <a:off x="2766541" y="381291"/>
              <a:ext cx="4997520" cy="223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16591D3-9B43-66AF-8533-709D026AFD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546" y="318392"/>
                <a:ext cx="5123151" cy="349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F8B6343-3C2D-1BBF-EFD7-579189F87330}"/>
                  </a:ext>
                </a:extLst>
              </p14:cNvPr>
              <p14:cNvContentPartPr/>
              <p14:nvPr/>
            </p14:nvContentPartPr>
            <p14:xfrm>
              <a:off x="1166701" y="6476451"/>
              <a:ext cx="1145520" cy="177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F8B6343-3C2D-1BBF-EFD7-579189F873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3721" y="6413579"/>
                <a:ext cx="1271121" cy="302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86461A1-E054-1120-540A-139A942AB4AB}"/>
                  </a:ext>
                </a:extLst>
              </p14:cNvPr>
              <p14:cNvContentPartPr/>
              <p14:nvPr/>
            </p14:nvContentPartPr>
            <p14:xfrm>
              <a:off x="10269301" y="6473571"/>
              <a:ext cx="1181880" cy="169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86461A1-E054-1120-540A-139A942AB4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06320" y="6410704"/>
                <a:ext cx="1307482" cy="294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6BBD37B-2F73-173C-C5A1-0540468DA417}"/>
                  </a:ext>
                </a:extLst>
              </p14:cNvPr>
              <p14:cNvContentPartPr/>
              <p14:nvPr/>
            </p14:nvContentPartPr>
            <p14:xfrm>
              <a:off x="2722720" y="51756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6BBD37B-2F73-173C-C5A1-0540468DA4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59720" y="4545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53D5896-9ACB-3C05-2909-0D50D0572500}"/>
                  </a:ext>
                </a:extLst>
              </p14:cNvPr>
              <p14:cNvContentPartPr/>
              <p14:nvPr/>
            </p14:nvContentPartPr>
            <p14:xfrm>
              <a:off x="2881480" y="282480"/>
              <a:ext cx="2975760" cy="164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53D5896-9ACB-3C05-2909-0D50D057250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18480" y="219480"/>
                <a:ext cx="31014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8011FC0-A6E7-F70E-8014-CC0389E55537}"/>
                  </a:ext>
                </a:extLst>
              </p14:cNvPr>
              <p14:cNvContentPartPr/>
              <p14:nvPr/>
            </p14:nvContentPartPr>
            <p14:xfrm>
              <a:off x="2761240" y="355200"/>
              <a:ext cx="4794120" cy="369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8011FC0-A6E7-F70E-8014-CC0389E5553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98240" y="292200"/>
                <a:ext cx="491976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78DD5FC-7730-D9A9-D235-08EC00E3D79B}"/>
                  </a:ext>
                </a:extLst>
              </p14:cNvPr>
              <p14:cNvContentPartPr/>
              <p14:nvPr/>
            </p14:nvContentPartPr>
            <p14:xfrm>
              <a:off x="1229080" y="6532440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78DD5FC-7730-D9A9-D235-08EC00E3D7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6080" y="64694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FFCD75-A462-2EBF-A07A-0EAD9DF2E0DF}"/>
                  </a:ext>
                </a:extLst>
              </p14:cNvPr>
              <p14:cNvContentPartPr/>
              <p14:nvPr/>
            </p14:nvContentPartPr>
            <p14:xfrm>
              <a:off x="1150960" y="6480240"/>
              <a:ext cx="993240" cy="236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FFCD75-A462-2EBF-A07A-0EAD9DF2E0D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7960" y="6417240"/>
                <a:ext cx="11188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504F948-A67D-666F-98E2-6229825D2AC5}"/>
                  </a:ext>
                </a:extLst>
              </p14:cNvPr>
              <p14:cNvContentPartPr/>
              <p14:nvPr/>
            </p14:nvContentPartPr>
            <p14:xfrm>
              <a:off x="10414480" y="6462240"/>
              <a:ext cx="873360" cy="142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504F948-A67D-666F-98E2-6229825D2A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51480" y="6399081"/>
                <a:ext cx="999000" cy="268877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13ABD29-D23F-9C89-DB41-31C8C98BE341}"/>
              </a:ext>
            </a:extLst>
          </p:cNvPr>
          <p:cNvSpPr txBox="1"/>
          <p:nvPr/>
        </p:nvSpPr>
        <p:spPr>
          <a:xfrm>
            <a:off x="5158300" y="2274887"/>
            <a:ext cx="1943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Group_No</a:t>
            </a:r>
            <a:r>
              <a:rPr lang="en-US" sz="2400" dirty="0"/>
              <a:t>: 84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94358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49268-A890-6C2D-2FCC-DEDF7AC56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9F51-8D3F-44B8-A341-15E7CF3A6162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089E3-6671-083B-11C9-27202F01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120AA-B4DF-902B-94C3-77541A9F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D0E1C3C5-2650-5A1E-7DD7-8EAE73F0B746}"/>
              </a:ext>
            </a:extLst>
          </p:cNvPr>
          <p:cNvSpPr txBox="1"/>
          <p:nvPr/>
        </p:nvSpPr>
        <p:spPr bwMode="auto">
          <a:xfrm>
            <a:off x="2761240" y="2429616"/>
            <a:ext cx="6400800" cy="604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EE51F83-66BE-8ED1-BB58-EB64C55629C4}"/>
              </a:ext>
            </a:extLst>
          </p:cNvPr>
          <p:cNvSpPr txBox="1"/>
          <p:nvPr/>
        </p:nvSpPr>
        <p:spPr bwMode="auto">
          <a:xfrm>
            <a:off x="895420" y="940654"/>
            <a:ext cx="10132440" cy="110729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Mail Approval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B55E667-B0AC-CB41-871D-31D17A80D4B7}"/>
              </a:ext>
            </a:extLst>
          </p:cNvPr>
          <p:cNvSpPr txBox="1">
            <a:spLocks/>
          </p:cNvSpPr>
          <p:nvPr/>
        </p:nvSpPr>
        <p:spPr>
          <a:xfrm>
            <a:off x="9347200" y="381000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US" altLang="en-US" sz="1400" smtClean="0">
                <a:latin typeface="Arial" panose="020B0604020202020204" pitchFamily="34" charset="0"/>
              </a:rPr>
              <a:pPr algn="r">
                <a:spcBef>
                  <a:spcPct val="0"/>
                </a:spcBef>
              </a:pPr>
              <a:t>2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C387DE-5362-AA5B-C6B6-46AE60E60652}"/>
                  </a:ext>
                </a:extLst>
              </p14:cNvPr>
              <p14:cNvContentPartPr/>
              <p14:nvPr/>
            </p14:nvContentPartPr>
            <p14:xfrm>
              <a:off x="2766541" y="381291"/>
              <a:ext cx="4997520" cy="223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C387DE-5362-AA5B-C6B6-46AE60E606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546" y="318392"/>
                <a:ext cx="5123151" cy="349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76600E-554A-7202-2E20-0AA20CA53180}"/>
                  </a:ext>
                </a:extLst>
              </p14:cNvPr>
              <p14:cNvContentPartPr/>
              <p14:nvPr/>
            </p14:nvContentPartPr>
            <p14:xfrm>
              <a:off x="1166701" y="6476451"/>
              <a:ext cx="1145520" cy="177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76600E-554A-7202-2E20-0AA20CA531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3721" y="6413579"/>
                <a:ext cx="1271121" cy="302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F881A0F-ECDD-9AC3-918E-762BE1DB5EA8}"/>
                  </a:ext>
                </a:extLst>
              </p14:cNvPr>
              <p14:cNvContentPartPr/>
              <p14:nvPr/>
            </p14:nvContentPartPr>
            <p14:xfrm>
              <a:off x="10269301" y="6473571"/>
              <a:ext cx="1181880" cy="169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F881A0F-ECDD-9AC3-918E-762BE1DB5E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06320" y="6410704"/>
                <a:ext cx="1307482" cy="294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05D1592-0F79-E289-2E12-E8744EC67179}"/>
                  </a:ext>
                </a:extLst>
              </p14:cNvPr>
              <p14:cNvContentPartPr/>
              <p14:nvPr/>
            </p14:nvContentPartPr>
            <p14:xfrm>
              <a:off x="2722720" y="51756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05D1592-0F79-E289-2E12-E8744EC6717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59720" y="4545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B9DF86-F30E-ECDB-5875-03FD1F83548B}"/>
                  </a:ext>
                </a:extLst>
              </p14:cNvPr>
              <p14:cNvContentPartPr/>
              <p14:nvPr/>
            </p14:nvContentPartPr>
            <p14:xfrm>
              <a:off x="2881480" y="282480"/>
              <a:ext cx="2975760" cy="164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B9DF86-F30E-ECDB-5875-03FD1F8354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18480" y="219480"/>
                <a:ext cx="31014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3AE336B-05B4-F068-9257-4AF22E7A3F77}"/>
                  </a:ext>
                </a:extLst>
              </p14:cNvPr>
              <p14:cNvContentPartPr/>
              <p14:nvPr/>
            </p14:nvContentPartPr>
            <p14:xfrm>
              <a:off x="2761240" y="355200"/>
              <a:ext cx="4794120" cy="369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3AE336B-05B4-F068-9257-4AF22E7A3F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98240" y="292200"/>
                <a:ext cx="491976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296E538-CDFF-0067-E965-2B76ED2891CD}"/>
                  </a:ext>
                </a:extLst>
              </p14:cNvPr>
              <p14:cNvContentPartPr/>
              <p14:nvPr/>
            </p14:nvContentPartPr>
            <p14:xfrm>
              <a:off x="1229080" y="653244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296E538-CDFF-0067-E965-2B76ED2891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6080" y="64694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A15C467-B8A5-C069-48E9-69EA1B8F4095}"/>
                  </a:ext>
                </a:extLst>
              </p14:cNvPr>
              <p14:cNvContentPartPr/>
              <p14:nvPr/>
            </p14:nvContentPartPr>
            <p14:xfrm>
              <a:off x="1150960" y="6480240"/>
              <a:ext cx="993240" cy="23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A15C467-B8A5-C069-48E9-69EA1B8F409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7960" y="6417240"/>
                <a:ext cx="11188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D0509EA-B342-6F7B-8EE2-4E4BEC92C950}"/>
                  </a:ext>
                </a:extLst>
              </p14:cNvPr>
              <p14:cNvContentPartPr/>
              <p14:nvPr/>
            </p14:nvContentPartPr>
            <p14:xfrm>
              <a:off x="10414480" y="6462240"/>
              <a:ext cx="873360" cy="142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D0509EA-B342-6F7B-8EE2-4E4BEC92C95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51480" y="6399081"/>
                <a:ext cx="999000" cy="268877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CE8A142A-FA5E-AB3C-0FE3-D54BE4295BAF}"/>
              </a:ext>
            </a:extLst>
          </p:cNvPr>
          <p:cNvPicPr/>
          <p:nvPr/>
        </p:nvPicPr>
        <p:blipFill>
          <a:blip r:embed="rId19"/>
          <a:stretch>
            <a:fillRect/>
          </a:stretch>
        </p:blipFill>
        <p:spPr>
          <a:xfrm>
            <a:off x="352780" y="126346"/>
            <a:ext cx="1752599" cy="13743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03948A-0F72-E8A5-89D7-5673A880403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102" y="1802553"/>
            <a:ext cx="7681075" cy="424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1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B31C-36CA-A6FD-0F1F-CC5AFBD5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b="1" dirty="0"/>
              <a:t>Core 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E93E-3C4D-99AD-FEDE-B90BBCC58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65" y="2581051"/>
            <a:ext cx="11546006" cy="2528831"/>
          </a:xfrm>
        </p:spPr>
        <p:txBody>
          <a:bodyPr>
            <a:normAutofit/>
          </a:bodyPr>
          <a:lstStyle/>
          <a:p>
            <a:r>
              <a:rPr lang="en-US" dirty="0"/>
              <a:t>  </a:t>
            </a:r>
            <a:r>
              <a:rPr lang="en-US" b="1" dirty="0"/>
              <a:t>Cricket information systems lack intelligent routing between historical databases and real-time data sources, forcing manual .This project creates a RAG-based chatbot with MCP tools that automatically selects optimal data sources and provides unified conversational access to cricket information.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8B97B-3339-202F-80FF-2913AD83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5E657-26CC-14EF-47CD-11FC771E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CCC8A-B7A9-9BEC-C10B-A7785951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5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0C5B5-5A8A-F26E-EC94-E039DFAC3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36E9-6CCE-CF39-CC6F-CAFD8071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b="1" dirty="0"/>
              <a:t>Problem Understanding and Clarity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EFB92-8B2E-28E8-1F87-600F1910C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328" y="1766385"/>
            <a:ext cx="11546006" cy="4558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Imagine you’re watching a cricket match and want to ask questions like "How is Kohli performing compared to his last 5 matches?" or "What’s the team’s chances of winning from this position?" Current AI systems can’t answer these questions because they don’t have access to live cricket data or understand cricket-specific contexts.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Current Problems: </a:t>
            </a:r>
          </a:p>
          <a:p>
            <a:pPr marL="0" indent="0">
              <a:buNone/>
            </a:pPr>
            <a:r>
              <a:rPr lang="en-US" sz="2000" dirty="0"/>
              <a:t>• AI models don’t know live match scores </a:t>
            </a:r>
          </a:p>
          <a:p>
            <a:pPr marL="0" indent="0">
              <a:buNone/>
            </a:pPr>
            <a:r>
              <a:rPr lang="en-US" sz="2000" dirty="0"/>
              <a:t>• They can’t understand cricket situations</a:t>
            </a:r>
          </a:p>
          <a:p>
            <a:pPr marL="0" indent="0">
              <a:buNone/>
            </a:pPr>
            <a:r>
              <a:rPr lang="en-US" sz="2000" dirty="0"/>
              <a:t>• Information becomes outdated quickly </a:t>
            </a:r>
          </a:p>
          <a:p>
            <a:pPr marL="0" indent="0">
              <a:buNone/>
            </a:pPr>
            <a:r>
              <a:rPr lang="en-US" sz="2000" dirty="0"/>
              <a:t>• No real-time context awareness </a:t>
            </a:r>
          </a:p>
          <a:p>
            <a:pPr marL="0" indent="0">
              <a:buNone/>
            </a:pPr>
            <a:r>
              <a:rPr lang="en-US" sz="2000" dirty="0"/>
              <a:t>• Generic responses lack cricket insights</a:t>
            </a: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445A9-C9EF-BD15-3057-14E81D59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C09AE-19A2-A9FA-EBD3-43DA0490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B9ED4-10EF-6127-9D22-CEBC9397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7436D-DBBB-EFB4-B317-436D6BEFD091}"/>
              </a:ext>
            </a:extLst>
          </p:cNvPr>
          <p:cNvSpPr txBox="1"/>
          <p:nvPr/>
        </p:nvSpPr>
        <p:spPr>
          <a:xfrm>
            <a:off x="5831840" y="3429000"/>
            <a:ext cx="52527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Footlight MT Light" panose="0204060206030A020304" pitchFamily="18" charset="0"/>
              </a:rPr>
              <a:t>What We Need: </a:t>
            </a:r>
          </a:p>
          <a:p>
            <a:r>
              <a:rPr lang="en-US" sz="2000" dirty="0">
                <a:solidFill>
                  <a:srgbClr val="0000CC"/>
                </a:solidFill>
                <a:latin typeface="Footlight MT Light" panose="0204060206030A020304" pitchFamily="18" charset="0"/>
              </a:rPr>
              <a:t>• Live cricket data integration </a:t>
            </a:r>
          </a:p>
          <a:p>
            <a:r>
              <a:rPr lang="en-US" sz="2000" dirty="0">
                <a:solidFill>
                  <a:srgbClr val="0000CC"/>
                </a:solidFill>
                <a:latin typeface="Footlight MT Light" panose="0204060206030A020304" pitchFamily="18" charset="0"/>
              </a:rPr>
              <a:t>• Cricket-smart responses </a:t>
            </a:r>
          </a:p>
          <a:p>
            <a:r>
              <a:rPr lang="en-US" sz="2000" dirty="0">
                <a:solidFill>
                  <a:srgbClr val="0000CC"/>
                </a:solidFill>
                <a:latin typeface="Footlight MT Light" panose="0204060206030A020304" pitchFamily="18" charset="0"/>
              </a:rPr>
              <a:t>• Fast answer generation </a:t>
            </a:r>
          </a:p>
          <a:p>
            <a:r>
              <a:rPr lang="en-US" sz="2000" dirty="0">
                <a:solidFill>
                  <a:srgbClr val="0000CC"/>
                </a:solidFill>
                <a:latin typeface="Footlight MT Light" panose="0204060206030A020304" pitchFamily="18" charset="0"/>
              </a:rPr>
              <a:t>• Context-aware insights </a:t>
            </a:r>
          </a:p>
          <a:p>
            <a:r>
              <a:rPr lang="en-US" sz="2000" dirty="0">
                <a:solidFill>
                  <a:srgbClr val="0000CC"/>
                </a:solidFill>
                <a:latin typeface="Footlight MT Light" panose="0204060206030A020304" pitchFamily="18" charset="0"/>
              </a:rPr>
              <a:t>• Multiple format support (T20, ODI, Test)</a:t>
            </a:r>
          </a:p>
        </p:txBody>
      </p:sp>
    </p:spTree>
    <p:extLst>
      <p:ext uri="{BB962C8B-B14F-4D97-AF65-F5344CB8AC3E}">
        <p14:creationId xmlns:p14="http://schemas.microsoft.com/office/powerpoint/2010/main" val="132385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4025D-9A16-429B-E45D-D78FB8D2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C276D-2876-42FE-8E40-B837C789DA2E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CE676-FEC7-FE20-6EAA-7B6065C6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5695" y="6345907"/>
            <a:ext cx="5787788" cy="365125"/>
          </a:xfrm>
        </p:spPr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8CAF7-776C-3FE0-BC9E-C3706DBF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7647-9FEA-726A-83AB-BB69A7031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226522"/>
              </p:ext>
            </p:extLst>
          </p:nvPr>
        </p:nvGraphicFramePr>
        <p:xfrm>
          <a:off x="2032000" y="1130532"/>
          <a:ext cx="97983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6111">
                  <a:extLst>
                    <a:ext uri="{9D8B030D-6E8A-4147-A177-3AD203B41FA5}">
                      <a16:colId xmlns:a16="http://schemas.microsoft.com/office/drawing/2014/main" val="2147824587"/>
                    </a:ext>
                  </a:extLst>
                </a:gridCol>
                <a:gridCol w="3266111">
                  <a:extLst>
                    <a:ext uri="{9D8B030D-6E8A-4147-A177-3AD203B41FA5}">
                      <a16:colId xmlns:a16="http://schemas.microsoft.com/office/drawing/2014/main" val="3842268677"/>
                    </a:ext>
                  </a:extLst>
                </a:gridCol>
                <a:gridCol w="3266111">
                  <a:extLst>
                    <a:ext uri="{9D8B030D-6E8A-4147-A177-3AD203B41FA5}">
                      <a16:colId xmlns:a16="http://schemas.microsoft.com/office/drawing/2014/main" val="1655374525"/>
                    </a:ext>
                  </a:extLst>
                </a:gridCol>
              </a:tblGrid>
              <a:tr h="3440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Core Concept &amp;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09449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A7BD39-8185-DF5D-BB6E-413B9B903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678698"/>
              </p:ext>
            </p:extLst>
          </p:nvPr>
        </p:nvGraphicFramePr>
        <p:xfrm>
          <a:off x="2031999" y="1604865"/>
          <a:ext cx="9798332" cy="44600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8458">
                  <a:extLst>
                    <a:ext uri="{9D8B030D-6E8A-4147-A177-3AD203B41FA5}">
                      <a16:colId xmlns:a16="http://schemas.microsoft.com/office/drawing/2014/main" val="2765231669"/>
                    </a:ext>
                  </a:extLst>
                </a:gridCol>
                <a:gridCol w="3275045">
                  <a:extLst>
                    <a:ext uri="{9D8B030D-6E8A-4147-A177-3AD203B41FA5}">
                      <a16:colId xmlns:a16="http://schemas.microsoft.com/office/drawing/2014/main" val="1823744802"/>
                    </a:ext>
                  </a:extLst>
                </a:gridCol>
                <a:gridCol w="3264829">
                  <a:extLst>
                    <a:ext uri="{9D8B030D-6E8A-4147-A177-3AD203B41FA5}">
                      <a16:colId xmlns:a16="http://schemas.microsoft.com/office/drawing/2014/main" val="3813866167"/>
                    </a:ext>
                  </a:extLst>
                </a:gridCol>
              </a:tblGrid>
              <a:tr h="1486677">
                <a:tc>
                  <a:txBody>
                    <a:bodyPr/>
                    <a:lstStyle/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RAG</a:t>
                      </a:r>
                      <a:r>
                        <a:rPr lang="en-US" dirty="0"/>
                        <a:t> (Lewis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Combines neural memory with external databases using dense retrieval for context-aware generation.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to show RAG reduces hallucinations and improves factual accuracy.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022715"/>
                  </a:ext>
                </a:extLst>
              </a:tr>
              <a:tr h="148667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da-DK" b="1" dirty="0"/>
                    </a:p>
                    <a:p>
                      <a:r>
                        <a:rPr lang="da-DK" b="1" dirty="0"/>
                        <a:t>REALM</a:t>
                      </a:r>
                      <a:r>
                        <a:rPr lang="da-DK" dirty="0"/>
                        <a:t> (Guu et al., 2020)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Retrieval is built into pre-training; jointly learns to retrieve and predict masked tokens.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Retrieval during pre-training enhances knowledge acquisition better than fine-tuning.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193188"/>
                  </a:ext>
                </a:extLst>
              </a:tr>
              <a:tr h="1486677">
                <a:tc>
                  <a:txBody>
                    <a:bodyPr/>
                    <a:lstStyle/>
                    <a:p>
                      <a:endParaRPr lang="en-US" b="1" dirty="0"/>
                    </a:p>
                    <a:p>
                      <a:endParaRPr lang="en-US" b="1" dirty="0"/>
                    </a:p>
                    <a:p>
                      <a:r>
                        <a:rPr lang="en-US" b="1" dirty="0" err="1"/>
                        <a:t>FiD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Izacard</a:t>
                      </a:r>
                      <a:r>
                        <a:rPr lang="en-US" dirty="0"/>
                        <a:t> &amp; Grave,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Independently encodes multiple retrieved passages, then fuses in the decoder.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 passage processing outperforms early fusion for multi-passage RAG.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12350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FFE02A0-BE7B-F6CB-C8D6-A86535F1FBEE}"/>
              </a:ext>
            </a:extLst>
          </p:cNvPr>
          <p:cNvSpPr txBox="1"/>
          <p:nvPr/>
        </p:nvSpPr>
        <p:spPr>
          <a:xfrm>
            <a:off x="2603029" y="314073"/>
            <a:ext cx="8818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Literature Review and State of the Art</a:t>
            </a:r>
          </a:p>
        </p:txBody>
      </p:sp>
    </p:spTree>
    <p:extLst>
      <p:ext uri="{BB962C8B-B14F-4D97-AF65-F5344CB8AC3E}">
        <p14:creationId xmlns:p14="http://schemas.microsoft.com/office/powerpoint/2010/main" val="325371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76CA-A30B-895C-0CBD-3D097961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3FE42-B70C-CFCA-7E0D-1136F6D0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C276D-2876-42FE-8E40-B837C789DA2E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3B6BC-69AE-207C-0CDF-DEC670DC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5695" y="6345907"/>
            <a:ext cx="5787788" cy="365125"/>
          </a:xfrm>
        </p:spPr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FA7BA-AC29-49F5-2A67-B0723967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AC052-6E0A-AADC-DDFC-89C49907437B}"/>
              </a:ext>
            </a:extLst>
          </p:cNvPr>
          <p:cNvSpPr txBox="1"/>
          <p:nvPr/>
        </p:nvSpPr>
        <p:spPr>
          <a:xfrm>
            <a:off x="2498725" y="299050"/>
            <a:ext cx="8661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Literature Review and State of the Art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4F319B-4135-E152-8292-205AF7EBD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588532"/>
              </p:ext>
            </p:extLst>
          </p:nvPr>
        </p:nvGraphicFramePr>
        <p:xfrm>
          <a:off x="2072640" y="1713144"/>
          <a:ext cx="9663405" cy="26906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21135">
                  <a:extLst>
                    <a:ext uri="{9D8B030D-6E8A-4147-A177-3AD203B41FA5}">
                      <a16:colId xmlns:a16="http://schemas.microsoft.com/office/drawing/2014/main" val="3128325213"/>
                    </a:ext>
                  </a:extLst>
                </a:gridCol>
                <a:gridCol w="3221135">
                  <a:extLst>
                    <a:ext uri="{9D8B030D-6E8A-4147-A177-3AD203B41FA5}">
                      <a16:colId xmlns:a16="http://schemas.microsoft.com/office/drawing/2014/main" val="1565753060"/>
                    </a:ext>
                  </a:extLst>
                </a:gridCol>
                <a:gridCol w="3221135">
                  <a:extLst>
                    <a:ext uri="{9D8B030D-6E8A-4147-A177-3AD203B41FA5}">
                      <a16:colId xmlns:a16="http://schemas.microsoft.com/office/drawing/2014/main" val="2942509041"/>
                    </a:ext>
                  </a:extLst>
                </a:gridCol>
              </a:tblGrid>
              <a:tr h="1350102">
                <a:tc>
                  <a:txBody>
                    <a:bodyPr/>
                    <a:lstStyle/>
                    <a:p>
                      <a:r>
                        <a:rPr lang="en-US" b="1" dirty="0" err="1"/>
                        <a:t>GraphRAG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knowledge graphs instead of text passages; combines structured data with natural language generation.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Structured knowledge improves reasoning in complex, relational tasks.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018687"/>
                  </a:ext>
                </a:extLst>
              </a:tr>
              <a:tr h="1340531">
                <a:tc>
                  <a:txBody>
                    <a:bodyPr/>
                    <a:lstStyle/>
                    <a:p>
                      <a:r>
                        <a:rPr lang="en-US" b="1" dirty="0" err="1"/>
                        <a:t>ColBERT</a:t>
                      </a:r>
                      <a:r>
                        <a:rPr lang="en-US" b="1" dirty="0"/>
                        <a:t>-RAG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token-level interaction for retrieval; fine-grained semantic matching.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Offers better retrieval precision for domain-specific, nuanced queries.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21068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810D87-E835-6DD7-3892-6544915C7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821132"/>
              </p:ext>
            </p:extLst>
          </p:nvPr>
        </p:nvGraphicFramePr>
        <p:xfrm>
          <a:off x="2072640" y="1217056"/>
          <a:ext cx="966340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1135">
                  <a:extLst>
                    <a:ext uri="{9D8B030D-6E8A-4147-A177-3AD203B41FA5}">
                      <a16:colId xmlns:a16="http://schemas.microsoft.com/office/drawing/2014/main" val="2880832133"/>
                    </a:ext>
                  </a:extLst>
                </a:gridCol>
                <a:gridCol w="3221135">
                  <a:extLst>
                    <a:ext uri="{9D8B030D-6E8A-4147-A177-3AD203B41FA5}">
                      <a16:colId xmlns:a16="http://schemas.microsoft.com/office/drawing/2014/main" val="2229159799"/>
                    </a:ext>
                  </a:extLst>
                </a:gridCol>
                <a:gridCol w="3221135">
                  <a:extLst>
                    <a:ext uri="{9D8B030D-6E8A-4147-A177-3AD203B41FA5}">
                      <a16:colId xmlns:a16="http://schemas.microsoft.com/office/drawing/2014/main" val="4156067064"/>
                    </a:ext>
                  </a:extLst>
                </a:gridCol>
              </a:tblGrid>
              <a:tr h="2961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Core Concept &amp;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327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0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E3A2-0371-2F34-ADFC-60F9A6C2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384D-9E9C-7EDD-5546-01BD174F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996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b="1" dirty="0"/>
              <a:t>Research Gaps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B2FB1-D7FA-DAC3-47EB-1B492307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65" y="1871663"/>
            <a:ext cx="11546006" cy="46212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1: No Sports-Specific AI Systems</a:t>
            </a:r>
          </a:p>
          <a:p>
            <a:pPr marL="0" indent="0">
              <a:buNone/>
            </a:pPr>
            <a:r>
              <a:rPr lang="en-US" sz="2000" b="1" dirty="0"/>
              <a:t>What We Know:</a:t>
            </a:r>
            <a:br>
              <a:rPr lang="en-US" sz="2000" dirty="0"/>
            </a:br>
            <a:r>
              <a:rPr lang="en-US" sz="2000" dirty="0"/>
              <a:t>Most RAG systems are designed for general knowledge (like Wikipedia) or specialized fields like medicine or law. Very few focus on sports.</a:t>
            </a:r>
          </a:p>
          <a:p>
            <a:pPr marL="0" indent="0">
              <a:buNone/>
            </a:pPr>
            <a:r>
              <a:rPr lang="en-US" sz="2000" b="1" dirty="0"/>
              <a:t>The Problem:</a:t>
            </a:r>
            <a:br>
              <a:rPr lang="en-US" sz="2000" dirty="0"/>
            </a:br>
            <a:r>
              <a:rPr lang="en-US" sz="2000" dirty="0"/>
              <a:t>Cricket has unique needs:</a:t>
            </a:r>
          </a:p>
          <a:p>
            <a:r>
              <a:rPr lang="en-US" sz="2000" dirty="0"/>
              <a:t>Special terms (e.g., boundary, wicket, over)</a:t>
            </a:r>
          </a:p>
          <a:p>
            <a:r>
              <a:rPr lang="en-US" sz="2000" dirty="0"/>
              <a:t>Constantly changing data (like scores every ball)</a:t>
            </a:r>
          </a:p>
          <a:p>
            <a:r>
              <a:rPr lang="en-US" sz="2000" dirty="0"/>
              <a:t>Different rules in different formats (Test, ODI, T20)</a:t>
            </a:r>
          </a:p>
          <a:p>
            <a:r>
              <a:rPr lang="en-US" sz="2000" dirty="0"/>
              <a:t>Context matters—a score of 100 can mean different things depending on the situation</a:t>
            </a:r>
          </a:p>
          <a:p>
            <a:pPr marL="0" indent="0">
              <a:buNone/>
            </a:pPr>
            <a:r>
              <a:rPr lang="en-US" sz="2000" b="1" dirty="0"/>
              <a:t>Why It Matters:</a:t>
            </a:r>
            <a:br>
              <a:rPr lang="en-US" sz="2000" dirty="0"/>
            </a:br>
            <a:r>
              <a:rPr lang="en-US" sz="2000" dirty="0"/>
              <a:t>A general AI may know what cricket is, but it won’t understand the difference between:</a:t>
            </a:r>
          </a:p>
          <a:p>
            <a:r>
              <a:rPr lang="en-US" sz="2000" dirty="0"/>
              <a:t>“15 runs needed in 6 balls” (a tight finish) vs. “150 runs needed in 60 balls” (a longer chase)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019F6-CD0B-47A2-FF84-E16C9F0E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024D9-2780-04F2-0036-ACD9C84CD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C6ED6-8D4D-5F8F-9B4E-FF324A7C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41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4862-B3DA-8121-2CB2-693A4E4F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96DF-9980-EAFA-7505-7624B4CE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dirty="0"/>
              <a:t>Research Gaps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1CD1C-9697-FF44-EA75-3895FB770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65" y="1690688"/>
            <a:ext cx="11546006" cy="462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2: No Real-Time Integration</a:t>
            </a:r>
          </a:p>
          <a:p>
            <a:pPr marL="0" indent="0">
              <a:buNone/>
            </a:pPr>
            <a:r>
              <a:rPr lang="en-US" sz="2000" b="1" dirty="0"/>
              <a:t>What We Know:</a:t>
            </a:r>
            <a:br>
              <a:rPr lang="en-US" sz="2000" dirty="0"/>
            </a:br>
            <a:r>
              <a:rPr lang="en-US" sz="2000" dirty="0"/>
              <a:t>Most RAG systems work with static data like textbooks or articles that don’t change often.</a:t>
            </a:r>
          </a:p>
          <a:p>
            <a:pPr marL="0" indent="0">
              <a:buNone/>
            </a:pPr>
            <a:r>
              <a:rPr lang="en-US" sz="2000" b="1" dirty="0"/>
              <a:t>The Problem:</a:t>
            </a:r>
            <a:br>
              <a:rPr lang="en-US" sz="2000" dirty="0"/>
            </a:br>
            <a:r>
              <a:rPr lang="en-US" sz="2000" dirty="0"/>
              <a:t>Cricket changes fast—every 30 seconds there’s new data:</a:t>
            </a:r>
          </a:p>
          <a:p>
            <a:r>
              <a:rPr lang="en-US" sz="2000" dirty="0"/>
              <a:t>Live scores</a:t>
            </a:r>
          </a:p>
          <a:p>
            <a:r>
              <a:rPr lang="en-US" sz="2000" dirty="0"/>
              <a:t>Player updates</a:t>
            </a:r>
          </a:p>
          <a:p>
            <a:r>
              <a:rPr lang="en-US" sz="2000" dirty="0"/>
              <a:t>Match situations</a:t>
            </a:r>
          </a:p>
          <a:p>
            <a:r>
              <a:rPr lang="en-US" sz="2000" dirty="0"/>
              <a:t>Weather conditions</a:t>
            </a:r>
          </a:p>
          <a:p>
            <a:pPr marL="0" indent="0">
              <a:buNone/>
            </a:pPr>
            <a:r>
              <a:rPr lang="en-US" sz="2000" b="1" dirty="0"/>
              <a:t>Why It Matters:</a:t>
            </a:r>
            <a:br>
              <a:rPr lang="en-US" sz="2000" dirty="0"/>
            </a:br>
            <a:r>
              <a:rPr lang="en-US" sz="2000" dirty="0"/>
              <a:t>A question like “How is India doing?” will have a very different answer depending on whether it’s the beginning of the match or 10 overs in.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44C87-AF9C-8AF7-56F8-CADEDA28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EDC11-38EA-2DC7-A877-A2730317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AE150-35AE-3E28-2EE5-8BA0A082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82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F96C0-A6DC-538E-9A53-6B24485D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FFA2-CEC4-7E61-8D83-065C04B1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dirty="0"/>
              <a:t>Research Gaps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D66D-2255-9711-77F9-DF3F8703D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328" y="1735137"/>
            <a:ext cx="11546006" cy="462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3: Limited Understanding of Match Formats</a:t>
            </a:r>
          </a:p>
          <a:p>
            <a:pPr marL="0" indent="0">
              <a:buNone/>
            </a:pPr>
            <a:r>
              <a:rPr lang="en-US" sz="2000" b="1" dirty="0"/>
              <a:t>What We Know:</a:t>
            </a:r>
            <a:br>
              <a:rPr lang="en-US" sz="2000" dirty="0"/>
            </a:br>
            <a:r>
              <a:rPr lang="en-US" sz="2000" dirty="0"/>
              <a:t>Most sports AI focuses on one format (e.g., only football or basketball).</a:t>
            </a:r>
          </a:p>
          <a:p>
            <a:pPr marL="0" indent="0">
              <a:buNone/>
            </a:pPr>
            <a:r>
              <a:rPr lang="en-US" sz="2000" b="1" dirty="0"/>
              <a:t>The Problem:</a:t>
            </a:r>
            <a:br>
              <a:rPr lang="en-US" sz="2000" dirty="0"/>
            </a:br>
            <a:r>
              <a:rPr lang="en-US" sz="2000" dirty="0"/>
              <a:t>Cricket has three very different formats (T20, ODI, Test), each with:</a:t>
            </a:r>
          </a:p>
          <a:p>
            <a:r>
              <a:rPr lang="en-US" sz="2000" dirty="0"/>
              <a:t>Unique rules and strategies</a:t>
            </a:r>
          </a:p>
          <a:p>
            <a:r>
              <a:rPr lang="en-US" sz="2000" dirty="0"/>
              <a:t>Different ways to measure performance</a:t>
            </a:r>
          </a:p>
          <a:p>
            <a:r>
              <a:rPr lang="en-US" sz="2000" dirty="0"/>
              <a:t>Varying match lengths</a:t>
            </a:r>
          </a:p>
          <a:p>
            <a:r>
              <a:rPr lang="en-US" sz="2000" dirty="0"/>
              <a:t>Different expectations for success</a:t>
            </a:r>
          </a:p>
          <a:p>
            <a:pPr marL="0" indent="0">
              <a:buNone/>
            </a:pPr>
            <a:r>
              <a:rPr lang="en-US" sz="2000" b="1" dirty="0"/>
              <a:t>Why It Matters:</a:t>
            </a:r>
            <a:br>
              <a:rPr lang="en-US" sz="2000" dirty="0"/>
            </a:br>
            <a:r>
              <a:rPr lang="en-US" sz="2000" dirty="0"/>
              <a:t>A score like 150/5 is good in a T20 match, but poor in a Test match. The AI must understand these format-specific differences.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8A3ED-313F-0101-CADA-20523FCC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743D8-5F4C-74FC-7655-7DB29567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D887D-A1D0-ACF5-6382-8D1F2071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73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D6828-2D6D-F35E-7F7E-FF8751BF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E734-1EE0-62DD-61F4-6BC801AE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20675"/>
            <a:ext cx="10099343" cy="1325563"/>
          </a:xfrm>
          <a:noFill/>
        </p:spPr>
        <p:txBody>
          <a:bodyPr/>
          <a:lstStyle/>
          <a:p>
            <a:pPr algn="ctr"/>
            <a:r>
              <a:rPr lang="en-US" dirty="0"/>
              <a:t>Research Gaps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CD5E6-622C-492C-9DA6-79B1BB3B4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997" y="1735137"/>
            <a:ext cx="11546006" cy="462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 4: No Evaluation Methods for Cricket AI</a:t>
            </a:r>
          </a:p>
          <a:p>
            <a:pPr marL="0" indent="0">
              <a:buNone/>
            </a:pPr>
            <a:r>
              <a:rPr lang="en-US" sz="2000" b="1" dirty="0"/>
              <a:t>What We Know:</a:t>
            </a:r>
            <a:br>
              <a:rPr lang="en-US" sz="2000" dirty="0"/>
            </a:br>
            <a:r>
              <a:rPr lang="en-US" sz="2000" dirty="0"/>
              <a:t>Current RAG systems are evaluated using general tests (like academic Q&amp;A benchmarks).</a:t>
            </a:r>
          </a:p>
          <a:p>
            <a:pPr marL="0" indent="0">
              <a:buNone/>
            </a:pPr>
            <a:r>
              <a:rPr lang="en-US" sz="2000" b="1" dirty="0"/>
              <a:t>The Problem:</a:t>
            </a:r>
            <a:br>
              <a:rPr lang="en-US" sz="2000" dirty="0"/>
            </a:br>
            <a:r>
              <a:rPr lang="en-US" sz="2000" dirty="0"/>
              <a:t>Cricket queries need special treatment because:</a:t>
            </a:r>
          </a:p>
          <a:p>
            <a:r>
              <a:rPr lang="en-US" sz="2000" dirty="0"/>
              <a:t>Live answers can become outdated fast</a:t>
            </a:r>
          </a:p>
          <a:p>
            <a:r>
              <a:rPr lang="en-US" sz="2000" dirty="0"/>
              <a:t>Accurate understanding of match context is essential</a:t>
            </a:r>
          </a:p>
          <a:p>
            <a:r>
              <a:rPr lang="en-US" sz="2000" dirty="0"/>
              <a:t>Stats need to be interpreted differently in each format</a:t>
            </a:r>
          </a:p>
          <a:p>
            <a:r>
              <a:rPr lang="en-US" sz="2000" dirty="0"/>
              <a:t>Users expect different answers during live games vs. historical analysis</a:t>
            </a:r>
          </a:p>
          <a:p>
            <a:pPr marL="0" indent="0">
              <a:buNone/>
            </a:pPr>
            <a:r>
              <a:rPr lang="en-US" sz="2000" b="1" dirty="0"/>
              <a:t>Why It Matters:</a:t>
            </a:r>
            <a:br>
              <a:rPr lang="en-US" sz="2000" dirty="0"/>
            </a:br>
            <a:r>
              <a:rPr lang="en-US" sz="2000" dirty="0"/>
              <a:t>Typical tests can’t show if the system really understands things like match momentum or who’s likely to win next.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7AC8F-7D34-8B55-CBFA-1AF1320E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3ACA5-36A5-865F-5E23-3CED00FF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18644-3E63-C79D-119C-B13620D9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84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C1A0-D236-1039-3EBA-5FB583B5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6668-3F68-2BCE-0153-6076F427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6" y="752402"/>
            <a:ext cx="10099343" cy="915034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Overall workflow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186D3-7D5D-5447-AE13-EDAD8C27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277EE-3D53-ABA2-47EE-1F1EE779B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2AFA5-3891-FA77-4867-EC8AC374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B30E8-F959-ADFD-CCD5-13988A053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03" y="2559844"/>
            <a:ext cx="10181542" cy="173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01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9862-F2BF-09DB-9B38-91FDF778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3D95-5728-D959-1095-F73002FB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68222"/>
            <a:ext cx="10099343" cy="915034"/>
          </a:xfrm>
          <a:noFill/>
        </p:spPr>
        <p:txBody>
          <a:bodyPr>
            <a:normAutofit/>
          </a:bodyPr>
          <a:lstStyle/>
          <a:p>
            <a:pPr algn="ctr"/>
            <a:r>
              <a:rPr lang="en-IN" b="1" dirty="0"/>
              <a:t>High level </a:t>
            </a:r>
            <a:r>
              <a:rPr lang="en-US" b="1" dirty="0"/>
              <a:t>Architecture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3B3A9-20A8-4144-028E-D32CC003A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878FB-1C0B-910B-C25D-D4FC0C8E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83940-F686-76BA-68AD-E0BE857D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1E652-0BA3-DBE4-1E77-1AE880083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27"/>
          <a:stretch>
            <a:fillRect/>
          </a:stretch>
        </p:blipFill>
        <p:spPr>
          <a:xfrm>
            <a:off x="1907092" y="1882588"/>
            <a:ext cx="8377816" cy="374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6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C1E4-21C4-B2C2-D0C8-80E9D2AC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4EE8-2806-B97F-61A0-6B950B9D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b="1" dirty="0"/>
              <a:t>Plan for Project Execution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D025-E46C-9121-6AA0-5D0B31373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65" y="1712912"/>
            <a:ext cx="11546006" cy="46212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6200" b="1" dirty="0"/>
              <a:t>Phase 1: Foundation &amp; Core Setup 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Data Infrastructure Setup</a:t>
            </a:r>
            <a:endParaRPr lang="en-US" dirty="0"/>
          </a:p>
          <a:p>
            <a:r>
              <a:rPr lang="en-US" dirty="0"/>
              <a:t>    Set up vector database (ChromaDB/Pinecone)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Web Scraping Infrastructure</a:t>
            </a:r>
            <a:endParaRPr lang="en-US" dirty="0"/>
          </a:p>
          <a:p>
            <a:r>
              <a:rPr lang="en-US" dirty="0"/>
              <a:t>   Build scrapers for ESPNCricinfo, Cricbuzz, ICC</a:t>
            </a:r>
          </a:p>
          <a:p>
            <a:r>
              <a:rPr lang="en-US" dirty="0"/>
              <a:t>   Create data validation pipeline</a:t>
            </a:r>
          </a:p>
          <a:p>
            <a:r>
              <a:rPr lang="en-US" dirty="0"/>
              <a:t>   Set up automated data collection</a:t>
            </a:r>
          </a:p>
          <a:p>
            <a:pPr marL="0" indent="0">
              <a:buNone/>
            </a:pPr>
            <a:r>
              <a:rPr lang="en-US" dirty="0"/>
              <a:t> 3. </a:t>
            </a:r>
            <a:r>
              <a:rPr lang="en-US" b="1" dirty="0"/>
              <a:t>Basic RAG System</a:t>
            </a:r>
            <a:endParaRPr lang="en-US" dirty="0"/>
          </a:p>
          <a:p>
            <a:r>
              <a:rPr lang="en-US" dirty="0"/>
              <a:t>  Implement document processing and chunking</a:t>
            </a:r>
          </a:p>
          <a:p>
            <a:r>
              <a:rPr lang="en-US" dirty="0"/>
              <a:t> Generate embeddings for historical cricket data</a:t>
            </a:r>
          </a:p>
          <a:p>
            <a:r>
              <a:rPr lang="en-US" dirty="0"/>
              <a:t> Create vector search functionality</a:t>
            </a:r>
          </a:p>
          <a:p>
            <a:r>
              <a:rPr lang="en-US" dirty="0"/>
              <a:t> Build retrieval pipeline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23F02-BBFB-248F-4995-B392FE3E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1E9A-4A43-2F47-4030-159345CD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561A-516C-09EB-F1F2-FDE1A1B4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25B2-F30D-C6DC-53E6-C43EBF6C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53E70-F54A-13A5-1AB2-009FBCE3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b="1" dirty="0"/>
              <a:t>Plan for Project Execution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FF8B-F748-D9B8-A75C-396E3F544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65" y="1712912"/>
            <a:ext cx="11546006" cy="462121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6200" b="1" dirty="0"/>
              <a:t>Phase 2: </a:t>
            </a:r>
            <a:r>
              <a:rPr lang="en-US" sz="5800" b="1" dirty="0"/>
              <a:t>MCP Integration &amp; Intelligence</a:t>
            </a:r>
            <a:endParaRPr lang="en-US" sz="6200" b="1" dirty="0"/>
          </a:p>
          <a:p>
            <a:pPr marL="0" indent="0">
              <a:buNone/>
            </a:pPr>
            <a:r>
              <a:rPr lang="en-US" dirty="0"/>
              <a:t> 1. </a:t>
            </a:r>
            <a:r>
              <a:rPr lang="en-US" b="1" dirty="0"/>
              <a:t>MCP Tools Development</a:t>
            </a:r>
            <a:endParaRPr lang="en-US" dirty="0"/>
          </a:p>
          <a:p>
            <a:r>
              <a:rPr lang="en-US" dirty="0"/>
              <a:t>    Live data tool (real-time scores/commentary)</a:t>
            </a:r>
          </a:p>
          <a:p>
            <a:r>
              <a:rPr lang="en-US" dirty="0"/>
              <a:t>    Historical data tool (RAG queries)</a:t>
            </a:r>
          </a:p>
          <a:p>
            <a:r>
              <a:rPr lang="en-US" dirty="0"/>
              <a:t>    Weather API tool</a:t>
            </a:r>
          </a:p>
          <a:p>
            <a:r>
              <a:rPr lang="en-US" dirty="0"/>
              <a:t>    Ball database tool (MySQL with AI queries)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Intelligent Router</a:t>
            </a:r>
            <a:endParaRPr lang="en-US" dirty="0"/>
          </a:p>
          <a:p>
            <a:r>
              <a:rPr lang="en-US" dirty="0"/>
              <a:t>     Query classification system</a:t>
            </a:r>
          </a:p>
          <a:p>
            <a:r>
              <a:rPr lang="en-US" dirty="0"/>
              <a:t>     Context analysis engine</a:t>
            </a:r>
          </a:p>
          <a:p>
            <a:r>
              <a:rPr lang="en-US" dirty="0"/>
              <a:t>     Tool selection logic</a:t>
            </a:r>
          </a:p>
          <a:p>
            <a:r>
              <a:rPr lang="en-US" dirty="0"/>
              <a:t>     Multi-source data fusion</a:t>
            </a:r>
          </a:p>
          <a:p>
            <a:pPr marL="0" indent="0">
              <a:buNone/>
            </a:pPr>
            <a:r>
              <a:rPr lang="en-US" dirty="0"/>
              <a:t> 3. </a:t>
            </a:r>
            <a:r>
              <a:rPr lang="en-US" b="1" dirty="0"/>
              <a:t>Advanced Tools</a:t>
            </a:r>
            <a:endParaRPr lang="en-US" dirty="0"/>
          </a:p>
          <a:p>
            <a:r>
              <a:rPr lang="en-US" dirty="0"/>
              <a:t>    Player comparison tool with ML insights</a:t>
            </a:r>
          </a:p>
          <a:p>
            <a:r>
              <a:rPr lang="en-US" dirty="0"/>
              <a:t>    Social sentiment analysis tool</a:t>
            </a:r>
          </a:p>
          <a:p>
            <a:r>
              <a:rPr lang="en-US" dirty="0"/>
              <a:t>    Data visualization tool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DB397-EEEE-4EFA-D7C3-F9A9E3EC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A7536-B39A-A2A3-63B0-F1837196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D94CE-21E5-5022-0177-238248F4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5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85A2-71FA-1909-9D7A-A07E7881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EAAD-319B-0C8E-CC9C-7A3D9B05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dirty="0"/>
              <a:t>Plan for Project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7C62-F62F-DB8D-50FD-B71B20638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65" y="1712912"/>
            <a:ext cx="11546006" cy="46212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Phase 3: Chatbot Interface &amp; Enhancement 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Conversation System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err="1"/>
              <a:t>FastAPI</a:t>
            </a:r>
            <a:r>
              <a:rPr lang="en-US" dirty="0"/>
              <a:t> backend development</a:t>
            </a:r>
          </a:p>
          <a:p>
            <a:r>
              <a:rPr lang="en-US" dirty="0"/>
              <a:t>    Query processing pipeline</a:t>
            </a:r>
          </a:p>
          <a:p>
            <a:r>
              <a:rPr lang="en-US" dirty="0"/>
              <a:t>    Response generation system</a:t>
            </a:r>
          </a:p>
          <a:p>
            <a:r>
              <a:rPr lang="en-US" dirty="0"/>
              <a:t>    Context management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Web Interface</a:t>
            </a:r>
            <a:endParaRPr lang="en-US" dirty="0"/>
          </a:p>
          <a:p>
            <a:r>
              <a:rPr lang="en-US" dirty="0"/>
              <a:t>    User-friendly chat interface</a:t>
            </a:r>
          </a:p>
          <a:p>
            <a:r>
              <a:rPr lang="en-US" dirty="0"/>
              <a:t>    Real-time data display</a:t>
            </a:r>
          </a:p>
          <a:p>
            <a:r>
              <a:rPr lang="en-US" dirty="0"/>
              <a:t>    Interactive visualizations</a:t>
            </a:r>
          </a:p>
          <a:p>
            <a:r>
              <a:rPr lang="en-US" dirty="0"/>
              <a:t>    Mobile-responsive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73CA5-71CF-7104-7517-8043AD6E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2DB48-51F2-677C-0EFC-5CBAD9B7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7AEE5-3C59-69CE-ADE3-4E49D2DA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77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61613-70E9-FC45-4B82-B661CA62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7EAB-CCAE-B190-02F1-C285370E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991" y="365125"/>
            <a:ext cx="10099343" cy="1325563"/>
          </a:xfrm>
          <a:noFill/>
        </p:spPr>
        <p:txBody>
          <a:bodyPr/>
          <a:lstStyle/>
          <a:p>
            <a:pPr algn="ctr"/>
            <a:r>
              <a:rPr lang="en-US" dirty="0"/>
              <a:t>Plan for Project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FA662-40C8-1733-0E18-9FCC535A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65" y="1712912"/>
            <a:ext cx="11546006" cy="46212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  </a:t>
            </a:r>
            <a:r>
              <a:rPr lang="en-US" sz="3900" b="1" dirty="0"/>
              <a:t>Phase 4: Testing &amp; Optimization </a:t>
            </a:r>
            <a:r>
              <a:rPr lang="en-US" dirty="0"/>
              <a:t>1. </a:t>
            </a:r>
            <a:r>
              <a:rPr lang="en-US" b="1" dirty="0"/>
              <a:t>Testing &amp; Validation</a:t>
            </a:r>
            <a:endParaRPr lang="en-US" dirty="0"/>
          </a:p>
          <a:p>
            <a:r>
              <a:rPr lang="en-US" dirty="0"/>
              <a:t>    Unit testing for all components</a:t>
            </a:r>
          </a:p>
          <a:p>
            <a:r>
              <a:rPr lang="en-US" dirty="0"/>
              <a:t>    Integration testing</a:t>
            </a:r>
          </a:p>
          <a:p>
            <a:r>
              <a:rPr lang="en-US" dirty="0"/>
              <a:t>    Performance testing</a:t>
            </a:r>
          </a:p>
          <a:p>
            <a:r>
              <a:rPr lang="en-US" dirty="0"/>
              <a:t>    User acceptance testing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Performance Optimization</a:t>
            </a:r>
            <a:endParaRPr lang="en-US" dirty="0"/>
          </a:p>
          <a:p>
            <a:r>
              <a:rPr lang="en-US" dirty="0"/>
              <a:t>    Database query optimization</a:t>
            </a:r>
          </a:p>
          <a:p>
            <a:r>
              <a:rPr lang="en-US" dirty="0"/>
              <a:t>    Caching strategy refinement</a:t>
            </a:r>
          </a:p>
          <a:p>
            <a:r>
              <a:rPr lang="en-US" dirty="0"/>
              <a:t>    API response time optimization</a:t>
            </a:r>
          </a:p>
          <a:p>
            <a:r>
              <a:rPr lang="en-US" dirty="0"/>
              <a:t>    Scalability improvements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91EC2-4A3A-22ED-0982-9301546D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0FD0-84CE-4932-8FF9-DAEA6525A57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52DFB-29A8-41DA-DF02-99B05909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– Phase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4BB3E-36ED-3300-E48F-EC1B830D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48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5D9B-5EEB-1C76-0D0F-6BFCB11A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328" y="388134"/>
            <a:ext cx="10099343" cy="1325563"/>
          </a:xfrm>
          <a:noFill/>
        </p:spPr>
        <p:txBody>
          <a:bodyPr/>
          <a:lstStyle/>
          <a:p>
            <a:pPr algn="ctr"/>
            <a:r>
              <a:rPr lang="en-US" b="1" dirty="0"/>
              <a:t>References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45109-1C70-6C9E-89C3-A0747C23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46EED-6F94-44BB-93BD-F9DFFF1C9249}" type="datetime1">
              <a:rPr lang="en-IN" smtClean="0"/>
              <a:t>01/08/25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7500F-CA3D-A5AC-BA6E-B1DFA153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Review – Phase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B6D72-7119-C6DA-1B36-CDC9246E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F98AF-6DD6-178C-CFF7-95D7ED33F974}"/>
              </a:ext>
            </a:extLst>
          </p:cNvPr>
          <p:cNvSpPr txBox="1"/>
          <p:nvPr/>
        </p:nvSpPr>
        <p:spPr>
          <a:xfrm flipH="1">
            <a:off x="701039" y="1713697"/>
            <a:ext cx="109544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Foundational RAG Papers: </a:t>
            </a:r>
          </a:p>
          <a:p>
            <a:r>
              <a:rPr lang="en-US" sz="2000" dirty="0"/>
              <a:t>[1] P. Lewis, E. Perez, A. </a:t>
            </a:r>
            <a:r>
              <a:rPr lang="en-US" sz="2000" dirty="0" err="1"/>
              <a:t>Piktus</a:t>
            </a:r>
            <a:r>
              <a:rPr lang="en-US" sz="2000" dirty="0"/>
              <a:t>, F. Petroni, V. </a:t>
            </a:r>
            <a:r>
              <a:rPr lang="en-US" sz="2000" dirty="0" err="1"/>
              <a:t>Karpukhin</a:t>
            </a:r>
            <a:r>
              <a:rPr lang="en-US" sz="2000" dirty="0"/>
              <a:t>, N. Goyal, H. Schwenk, D. Kiela, and P. Stoyanov, “Retrieval-Augmented Generation for Knowledge-Intensive NLP Tasks,” in </a:t>
            </a:r>
            <a:r>
              <a:rPr lang="en-US" sz="2000" i="1" dirty="0"/>
              <a:t>Advances in Neural Information Processing Systems (</a:t>
            </a:r>
            <a:r>
              <a:rPr lang="en-US" sz="2000" i="1" dirty="0" err="1"/>
              <a:t>NeurIPS</a:t>
            </a:r>
            <a:r>
              <a:rPr lang="en-US" sz="2000" i="1" dirty="0"/>
              <a:t>)</a:t>
            </a:r>
            <a:r>
              <a:rPr lang="en-US" sz="2000" dirty="0"/>
              <a:t>, 2020.</a:t>
            </a:r>
          </a:p>
          <a:p>
            <a:endParaRPr lang="en-US" sz="2000" dirty="0"/>
          </a:p>
          <a:p>
            <a:r>
              <a:rPr lang="en-US" sz="2000" dirty="0"/>
              <a:t>[2] K. </a:t>
            </a:r>
            <a:r>
              <a:rPr lang="en-US" sz="2000" dirty="0" err="1"/>
              <a:t>Guu</a:t>
            </a:r>
            <a:r>
              <a:rPr lang="en-US" sz="2000" dirty="0"/>
              <a:t>, T. Lee, Z. Tung, P. </a:t>
            </a:r>
            <a:r>
              <a:rPr lang="en-US" sz="2000" dirty="0" err="1"/>
              <a:t>Pasupat</a:t>
            </a:r>
            <a:r>
              <a:rPr lang="en-US" sz="2000" dirty="0"/>
              <a:t>, and M. Chang, “REALM: Retrieval-Augmented Language Model Pre-Training,” in </a:t>
            </a:r>
            <a:r>
              <a:rPr lang="en-US" sz="2000" i="1" dirty="0"/>
              <a:t>Proc. 37th Int. Conf. on Machine Learning (ICML)</a:t>
            </a:r>
            <a:r>
              <a:rPr lang="en-US" sz="2000" dirty="0"/>
              <a:t>, 2020.</a:t>
            </a:r>
          </a:p>
          <a:p>
            <a:endParaRPr lang="en-US" sz="2000" dirty="0"/>
          </a:p>
          <a:p>
            <a:r>
              <a:rPr lang="en-US" sz="2000" dirty="0"/>
              <a:t>[3] G. </a:t>
            </a:r>
            <a:r>
              <a:rPr lang="en-US" sz="2000" dirty="0" err="1"/>
              <a:t>Izacard</a:t>
            </a:r>
            <a:r>
              <a:rPr lang="en-US" sz="2000" dirty="0"/>
              <a:t> and E. Grave, “Leveraging Passage Retrieval with Fusion-in-Decoder for Open-Domain Question Answering,” in </a:t>
            </a:r>
            <a:r>
              <a:rPr lang="en-US" sz="2000" i="1" dirty="0" err="1"/>
              <a:t>arXiv</a:t>
            </a:r>
            <a:r>
              <a:rPr lang="en-US" sz="2000" i="1" dirty="0"/>
              <a:t> preprint arXiv:2007.01282</a:t>
            </a:r>
            <a:r>
              <a:rPr lang="en-US" sz="2000" dirty="0"/>
              <a:t>, 2020.</a:t>
            </a:r>
          </a:p>
          <a:p>
            <a:endParaRPr lang="en-US" sz="2000" dirty="0"/>
          </a:p>
          <a:p>
            <a:r>
              <a:rPr lang="en-US" sz="2000" dirty="0"/>
              <a:t>[4] Y. Gao, H. Liu, S. Hou, and W. Che, “Retrieval-Augmented Generation for Large Language Models: A Survey,” in </a:t>
            </a:r>
            <a:r>
              <a:rPr lang="en-US" sz="2000" i="1" dirty="0" err="1"/>
              <a:t>arXiv</a:t>
            </a:r>
            <a:r>
              <a:rPr lang="en-US" sz="2000" i="1" dirty="0"/>
              <a:t> preprint arXiv:2303.17760</a:t>
            </a:r>
            <a:r>
              <a:rPr lang="en-US" sz="2000" dirty="0"/>
              <a:t>, 2023.</a:t>
            </a:r>
          </a:p>
        </p:txBody>
      </p:sp>
    </p:spTree>
    <p:extLst>
      <p:ext uri="{BB962C8B-B14F-4D97-AF65-F5344CB8AC3E}">
        <p14:creationId xmlns:p14="http://schemas.microsoft.com/office/powerpoint/2010/main" val="131209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1071</TotalTime>
  <Words>1432</Words>
  <Application>Microsoft Macintosh PowerPoint</Application>
  <PresentationFormat>Widescreen</PresentationFormat>
  <Paragraphs>222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Footlight MT Light</vt:lpstr>
      <vt:lpstr>office theme</vt:lpstr>
      <vt:lpstr>PowerPoint Presentation</vt:lpstr>
      <vt:lpstr>PowerPoint Presentation</vt:lpstr>
      <vt:lpstr>Core Problem Statement</vt:lpstr>
      <vt:lpstr>Problem Understanding and Clarity</vt:lpstr>
      <vt:lpstr>PowerPoint Presentation</vt:lpstr>
      <vt:lpstr>PowerPoint Presentation</vt:lpstr>
      <vt:lpstr>Research Gaps Analysis</vt:lpstr>
      <vt:lpstr>Research Gaps Analysis</vt:lpstr>
      <vt:lpstr>Research Gaps Analysis</vt:lpstr>
      <vt:lpstr>Research Gaps Analysis</vt:lpstr>
      <vt:lpstr>Overall workflow </vt:lpstr>
      <vt:lpstr>High level Architecture</vt:lpstr>
      <vt:lpstr>Plan for Project Execution</vt:lpstr>
      <vt:lpstr>Plan for Project Execution</vt:lpstr>
      <vt:lpstr>Plan for Project Execution</vt:lpstr>
      <vt:lpstr>Plan for Project Execution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</dc:creator>
  <cp:lastModifiedBy>Sujan Karthik M</cp:lastModifiedBy>
  <cp:revision>85</cp:revision>
  <dcterms:created xsi:type="dcterms:W3CDTF">2022-08-04T05:54:48Z</dcterms:created>
  <dcterms:modified xsi:type="dcterms:W3CDTF">2025-08-01T14:57:48Z</dcterms:modified>
</cp:coreProperties>
</file>